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5" r:id="rId10"/>
    <p:sldId id="266" r:id="rId11"/>
    <p:sldId id="274" r:id="rId12"/>
    <p:sldId id="267" r:id="rId13"/>
    <p:sldId id="268" r:id="rId14"/>
    <p:sldId id="277" r:id="rId15"/>
    <p:sldId id="270" r:id="rId16"/>
    <p:sldId id="271" r:id="rId17"/>
    <p:sldId id="278" r:id="rId18"/>
    <p:sldId id="272" r:id="rId19"/>
    <p:sldId id="279" r:id="rId20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7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AA8E2F-EBB4-4D0C-AF6E-E985096A192A}" v="41" dt="2026-03-24T17:48:32.70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>
        <p:scale>
          <a:sx n="33" d="100"/>
          <a:sy n="33" d="100"/>
        </p:scale>
        <p:origin x="5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manigroups@outlook.com" userId="2535997f7d52cef3" providerId="LiveId" clId="{B7816ABD-4442-4B26-B78D-E5C22121012A}"/>
    <pc:docChg chg="undo custSel addSld delSld modSld sldOrd">
      <pc:chgData name="skmanigroups@outlook.com" userId="2535997f7d52cef3" providerId="LiveId" clId="{B7816ABD-4442-4B26-B78D-E5C22121012A}" dt="2026-03-24T17:51:08.376" v="1024" actId="20577"/>
      <pc:docMkLst>
        <pc:docMk/>
      </pc:docMkLst>
      <pc:sldChg chg="addSp delSp modSp mod">
        <pc:chgData name="skmanigroups@outlook.com" userId="2535997f7d52cef3" providerId="LiveId" clId="{B7816ABD-4442-4B26-B78D-E5C22121012A}" dt="2026-03-24T17:51:08.376" v="1024" actId="20577"/>
        <pc:sldMkLst>
          <pc:docMk/>
          <pc:sldMk cId="0" sldId="256"/>
        </pc:sldMkLst>
        <pc:spChg chg="mod">
          <ac:chgData name="skmanigroups@outlook.com" userId="2535997f7d52cef3" providerId="LiveId" clId="{B7816ABD-4442-4B26-B78D-E5C22121012A}" dt="2026-03-23T12:08:20.258" v="414" actId="1076"/>
          <ac:spMkLst>
            <pc:docMk/>
            <pc:sldMk cId="0" sldId="256"/>
            <ac:spMk id="2" creationId="{DD2C455F-4B8A-FC0F-66EE-A80B0F335747}"/>
          </ac:spMkLst>
        </pc:spChg>
        <pc:spChg chg="add del mod">
          <ac:chgData name="skmanigroups@outlook.com" userId="2535997f7d52cef3" providerId="LiveId" clId="{B7816ABD-4442-4B26-B78D-E5C22121012A}" dt="2026-03-23T12:07:59.379" v="413" actId="478"/>
          <ac:spMkLst>
            <pc:docMk/>
            <pc:sldMk cId="0" sldId="256"/>
            <ac:spMk id="4" creationId="{3CF9F41A-AAA1-A7CA-2869-64CF2B06FA2A}"/>
          </ac:spMkLst>
        </pc:spChg>
        <pc:spChg chg="mod">
          <ac:chgData name="skmanigroups@outlook.com" userId="2535997f7d52cef3" providerId="LiveId" clId="{B7816ABD-4442-4B26-B78D-E5C22121012A}" dt="2026-03-24T17:51:08.376" v="1024" actId="20577"/>
          <ac:spMkLst>
            <pc:docMk/>
            <pc:sldMk cId="0" sldId="256"/>
            <ac:spMk id="175" creationId="{00000000-0000-0000-0000-000000000000}"/>
          </ac:spMkLst>
        </pc:spChg>
        <pc:spChg chg="mod">
          <ac:chgData name="skmanigroups@outlook.com" userId="2535997f7d52cef3" providerId="LiveId" clId="{B7816ABD-4442-4B26-B78D-E5C22121012A}" dt="2026-03-23T12:55:25.221" v="421" actId="1076"/>
          <ac:spMkLst>
            <pc:docMk/>
            <pc:sldMk cId="0" sldId="256"/>
            <ac:spMk id="176" creationId="{00000000-0000-0000-0000-000000000000}"/>
          </ac:spMkLst>
        </pc:spChg>
        <pc:spChg chg="mod">
          <ac:chgData name="skmanigroups@outlook.com" userId="2535997f7d52cef3" providerId="LiveId" clId="{B7816ABD-4442-4B26-B78D-E5C22121012A}" dt="2026-03-23T12:08:38.866" v="417" actId="1076"/>
          <ac:spMkLst>
            <pc:docMk/>
            <pc:sldMk cId="0" sldId="256"/>
            <ac:spMk id="177" creationId="{00000000-0000-0000-0000-000000000000}"/>
          </ac:spMkLst>
        </pc:spChg>
        <pc:spChg chg="mod">
          <ac:chgData name="skmanigroups@outlook.com" userId="2535997f7d52cef3" providerId="LiveId" clId="{B7816ABD-4442-4B26-B78D-E5C22121012A}" dt="2026-03-23T12:08:29.744" v="416" actId="1076"/>
          <ac:spMkLst>
            <pc:docMk/>
            <pc:sldMk cId="0" sldId="256"/>
            <ac:spMk id="179" creationId="{00000000-0000-0000-0000-000000000000}"/>
          </ac:spMkLst>
        </pc:spChg>
        <pc:spChg chg="add del mod">
          <ac:chgData name="skmanigroups@outlook.com" userId="2535997f7d52cef3" providerId="LiveId" clId="{B7816ABD-4442-4B26-B78D-E5C22121012A}" dt="2026-03-23T12:56:30.720" v="436" actId="478"/>
          <ac:spMkLst>
            <pc:docMk/>
            <pc:sldMk cId="0" sldId="256"/>
            <ac:spMk id="180" creationId="{00000000-0000-0000-0000-000000000000}"/>
          </ac:spMkLst>
        </pc:spChg>
        <pc:spChg chg="del">
          <ac:chgData name="skmanigroups@outlook.com" userId="2535997f7d52cef3" providerId="LiveId" clId="{B7816ABD-4442-4B26-B78D-E5C22121012A}" dt="2026-03-23T12:09:13.762" v="419" actId="478"/>
          <ac:spMkLst>
            <pc:docMk/>
            <pc:sldMk cId="0" sldId="256"/>
            <ac:spMk id="181" creationId="{00000000-0000-0000-0000-000000000000}"/>
          </ac:spMkLst>
        </pc:spChg>
        <pc:picChg chg="add mod">
          <ac:chgData name="skmanigroups@outlook.com" userId="2535997f7d52cef3" providerId="LiveId" clId="{B7816ABD-4442-4B26-B78D-E5C22121012A}" dt="2026-03-23T12:56:29.317" v="433" actId="1076"/>
          <ac:picMkLst>
            <pc:docMk/>
            <pc:sldMk cId="0" sldId="256"/>
            <ac:picMk id="3" creationId="{BE895551-0612-E1EE-6FE7-77AE87E53256}"/>
          </ac:picMkLst>
        </pc:picChg>
        <pc:picChg chg="add del">
          <ac:chgData name="skmanigroups@outlook.com" userId="2535997f7d52cef3" providerId="LiveId" clId="{B7816ABD-4442-4B26-B78D-E5C22121012A}" dt="2026-03-23T12:56:30.354" v="435" actId="478"/>
          <ac:picMkLst>
            <pc:docMk/>
            <pc:sldMk cId="0" sldId="256"/>
            <ac:picMk id="1030" creationId="{E70E5398-5B8A-38A3-1C4F-DCB47C43C484}"/>
          </ac:picMkLst>
        </pc:picChg>
        <pc:picChg chg="add del">
          <ac:chgData name="skmanigroups@outlook.com" userId="2535997f7d52cef3" providerId="LiveId" clId="{B7816ABD-4442-4B26-B78D-E5C22121012A}" dt="2026-03-23T12:56:30.023" v="434" actId="478"/>
          <ac:picMkLst>
            <pc:docMk/>
            <pc:sldMk cId="0" sldId="256"/>
            <ac:picMk id="1032" creationId="{7C0E89C7-3205-3B35-816A-C8042B22A7DE}"/>
          </ac:picMkLst>
        </pc:picChg>
      </pc:sldChg>
      <pc:sldChg chg="modSp mod">
        <pc:chgData name="skmanigroups@outlook.com" userId="2535997f7d52cef3" providerId="LiveId" clId="{B7816ABD-4442-4B26-B78D-E5C22121012A}" dt="2026-03-24T03:37:17.852" v="597" actId="1076"/>
        <pc:sldMkLst>
          <pc:docMk/>
          <pc:sldMk cId="0" sldId="257"/>
        </pc:sldMkLst>
        <pc:spChg chg="mod">
          <ac:chgData name="skmanigroups@outlook.com" userId="2535997f7d52cef3" providerId="LiveId" clId="{B7816ABD-4442-4B26-B78D-E5C22121012A}" dt="2026-03-24T03:37:17.852" v="597" actId="1076"/>
          <ac:spMkLst>
            <pc:docMk/>
            <pc:sldMk cId="0" sldId="257"/>
            <ac:spMk id="2" creationId="{8FC131C0-5E59-BEA1-5234-2085AE05AA11}"/>
          </ac:spMkLst>
        </pc:spChg>
      </pc:sldChg>
      <pc:sldChg chg="modSp mod">
        <pc:chgData name="skmanigroups@outlook.com" userId="2535997f7d52cef3" providerId="LiveId" clId="{B7816ABD-4442-4B26-B78D-E5C22121012A}" dt="2026-03-24T03:41:42.920" v="627" actId="20577"/>
        <pc:sldMkLst>
          <pc:docMk/>
          <pc:sldMk cId="0" sldId="258"/>
        </pc:sldMkLst>
        <pc:spChg chg="mod">
          <ac:chgData name="skmanigroups@outlook.com" userId="2535997f7d52cef3" providerId="LiveId" clId="{B7816ABD-4442-4B26-B78D-E5C22121012A}" dt="2026-03-24T03:41:42.920" v="627" actId="20577"/>
          <ac:spMkLst>
            <pc:docMk/>
            <pc:sldMk cId="0" sldId="258"/>
            <ac:spMk id="188" creationId="{00000000-0000-0000-0000-000000000000}"/>
          </ac:spMkLst>
        </pc:spChg>
      </pc:sldChg>
      <pc:sldChg chg="modSp mod">
        <pc:chgData name="skmanigroups@outlook.com" userId="2535997f7d52cef3" providerId="LiveId" clId="{B7816ABD-4442-4B26-B78D-E5C22121012A}" dt="2026-03-24T03:43:43.928" v="632" actId="20577"/>
        <pc:sldMkLst>
          <pc:docMk/>
          <pc:sldMk cId="0" sldId="259"/>
        </pc:sldMkLst>
        <pc:spChg chg="mod">
          <ac:chgData name="skmanigroups@outlook.com" userId="2535997f7d52cef3" providerId="LiveId" clId="{B7816ABD-4442-4B26-B78D-E5C22121012A}" dt="2026-03-24T03:43:43.928" v="632" actId="20577"/>
          <ac:spMkLst>
            <pc:docMk/>
            <pc:sldMk cId="0" sldId="259"/>
            <ac:spMk id="192" creationId="{00000000-0000-0000-0000-000000000000}"/>
          </ac:spMkLst>
        </pc:spChg>
      </pc:sldChg>
      <pc:sldChg chg="addSp delSp modSp mod ord">
        <pc:chgData name="skmanigroups@outlook.com" userId="2535997f7d52cef3" providerId="LiveId" clId="{B7816ABD-4442-4B26-B78D-E5C22121012A}" dt="2026-03-24T05:05:11.575" v="664"/>
        <pc:sldMkLst>
          <pc:docMk/>
          <pc:sldMk cId="0" sldId="260"/>
        </pc:sldMkLst>
        <pc:graphicFrameChg chg="add del mod modGraphic">
          <ac:chgData name="skmanigroups@outlook.com" userId="2535997f7d52cef3" providerId="LiveId" clId="{B7816ABD-4442-4B26-B78D-E5C22121012A}" dt="2026-03-24T03:54:04.037" v="642" actId="478"/>
          <ac:graphicFrameMkLst>
            <pc:docMk/>
            <pc:sldMk cId="0" sldId="260"/>
            <ac:graphicFrameMk id="2" creationId="{AB46ABDF-CF70-55BD-C334-BD54B41AC01C}"/>
          </ac:graphicFrameMkLst>
        </pc:graphicFrameChg>
        <pc:graphicFrameChg chg="add mod modGraphic">
          <ac:chgData name="skmanigroups@outlook.com" userId="2535997f7d52cef3" providerId="LiveId" clId="{B7816ABD-4442-4B26-B78D-E5C22121012A}" dt="2026-03-24T04:00:11.055" v="657" actId="1076"/>
          <ac:graphicFrameMkLst>
            <pc:docMk/>
            <pc:sldMk cId="0" sldId="260"/>
            <ac:graphicFrameMk id="3" creationId="{EE145B26-6DAA-96FE-8C7B-1AEB72CB7F82}"/>
          </ac:graphicFrameMkLst>
        </pc:graphicFrameChg>
        <pc:graphicFrameChg chg="del">
          <ac:chgData name="skmanigroups@outlook.com" userId="2535997f7d52cef3" providerId="LiveId" clId="{B7816ABD-4442-4B26-B78D-E5C22121012A}" dt="2026-03-24T03:48:28.666" v="633" actId="478"/>
          <ac:graphicFrameMkLst>
            <pc:docMk/>
            <pc:sldMk cId="0" sldId="260"/>
            <ac:graphicFrameMk id="4" creationId="{529A8CB5-F8F3-A1A5-91D7-7CA74FFB2AF8}"/>
          </ac:graphicFrameMkLst>
        </pc:graphicFrameChg>
      </pc:sldChg>
      <pc:sldChg chg="addSp delSp modSp mod">
        <pc:chgData name="skmanigroups@outlook.com" userId="2535997f7d52cef3" providerId="LiveId" clId="{B7816ABD-4442-4B26-B78D-E5C22121012A}" dt="2026-03-24T05:04:13.828" v="662" actId="1076"/>
        <pc:sldMkLst>
          <pc:docMk/>
          <pc:sldMk cId="0" sldId="261"/>
        </pc:sldMkLst>
        <pc:picChg chg="del">
          <ac:chgData name="skmanigroups@outlook.com" userId="2535997f7d52cef3" providerId="LiveId" clId="{B7816ABD-4442-4B26-B78D-E5C22121012A}" dt="2026-03-24T05:03:26.109" v="658" actId="478"/>
          <ac:picMkLst>
            <pc:docMk/>
            <pc:sldMk cId="0" sldId="261"/>
            <ac:picMk id="4" creationId="{F4F78485-3CFE-ADEC-5D03-3770C6D25FA5}"/>
          </ac:picMkLst>
        </pc:picChg>
        <pc:picChg chg="add mod">
          <ac:chgData name="skmanigroups@outlook.com" userId="2535997f7d52cef3" providerId="LiveId" clId="{B7816ABD-4442-4B26-B78D-E5C22121012A}" dt="2026-03-24T05:04:13.828" v="662" actId="1076"/>
          <ac:picMkLst>
            <pc:docMk/>
            <pc:sldMk cId="0" sldId="261"/>
            <ac:picMk id="6" creationId="{31015E10-F1CD-5695-C9B3-DE99A3419736}"/>
          </ac:picMkLst>
        </pc:picChg>
      </pc:sldChg>
      <pc:sldChg chg="modSp mod">
        <pc:chgData name="skmanigroups@outlook.com" userId="2535997f7d52cef3" providerId="LiveId" clId="{B7816ABD-4442-4B26-B78D-E5C22121012A}" dt="2026-03-24T08:31:51.809" v="755" actId="255"/>
        <pc:sldMkLst>
          <pc:docMk/>
          <pc:sldMk cId="0" sldId="262"/>
        </pc:sldMkLst>
        <pc:spChg chg="mod">
          <ac:chgData name="skmanigroups@outlook.com" userId="2535997f7d52cef3" providerId="LiveId" clId="{B7816ABD-4442-4B26-B78D-E5C22121012A}" dt="2026-03-24T08:31:51.809" v="755" actId="255"/>
          <ac:spMkLst>
            <pc:docMk/>
            <pc:sldMk cId="0" sldId="262"/>
            <ac:spMk id="4" creationId="{8F0228FB-03C9-348A-97F1-907D2A392151}"/>
          </ac:spMkLst>
        </pc:spChg>
        <pc:spChg chg="mod">
          <ac:chgData name="skmanigroups@outlook.com" userId="2535997f7d52cef3" providerId="LiveId" clId="{B7816ABD-4442-4B26-B78D-E5C22121012A}" dt="2026-03-24T08:28:01.204" v="746" actId="255"/>
          <ac:spMkLst>
            <pc:docMk/>
            <pc:sldMk cId="0" sldId="262"/>
            <ac:spMk id="5" creationId="{8CE513E9-C133-59B9-4BC6-729BAD109BD5}"/>
          </ac:spMkLst>
        </pc:spChg>
        <pc:spChg chg="mod">
          <ac:chgData name="skmanigroups@outlook.com" userId="2535997f7d52cef3" providerId="LiveId" clId="{B7816ABD-4442-4B26-B78D-E5C22121012A}" dt="2026-03-24T03:24:02" v="439"/>
          <ac:spMkLst>
            <pc:docMk/>
            <pc:sldMk cId="0" sldId="262"/>
            <ac:spMk id="203" creationId="{00000000-0000-0000-0000-000000000000}"/>
          </ac:spMkLst>
        </pc:spChg>
      </pc:sldChg>
      <pc:sldChg chg="addSp delSp modSp mod">
        <pc:chgData name="skmanigroups@outlook.com" userId="2535997f7d52cef3" providerId="LiveId" clId="{B7816ABD-4442-4B26-B78D-E5C22121012A}" dt="2026-03-24T17:26:14.231" v="913" actId="14100"/>
        <pc:sldMkLst>
          <pc:docMk/>
          <pc:sldMk cId="0" sldId="264"/>
        </pc:sldMkLst>
        <pc:spChg chg="add mod">
          <ac:chgData name="skmanigroups@outlook.com" userId="2535997f7d52cef3" providerId="LiveId" clId="{B7816ABD-4442-4B26-B78D-E5C22121012A}" dt="2026-03-24T17:08:00.297" v="889" actId="1076"/>
          <ac:spMkLst>
            <pc:docMk/>
            <pc:sldMk cId="0" sldId="264"/>
            <ac:spMk id="6" creationId="{2EE8E9B8-C530-D783-4348-B85DBB62F3A2}"/>
          </ac:spMkLst>
        </pc:spChg>
        <pc:spChg chg="add mod">
          <ac:chgData name="skmanigroups@outlook.com" userId="2535997f7d52cef3" providerId="LiveId" clId="{B7816ABD-4442-4B26-B78D-E5C22121012A}" dt="2026-03-24T17:08:28.495" v="893" actId="20577"/>
          <ac:spMkLst>
            <pc:docMk/>
            <pc:sldMk cId="0" sldId="264"/>
            <ac:spMk id="9" creationId="{FCFBC1BC-F629-34D7-F722-59B24B5E4232}"/>
          </ac:spMkLst>
        </pc:spChg>
        <pc:picChg chg="del">
          <ac:chgData name="skmanigroups@outlook.com" userId="2535997f7d52cef3" providerId="LiveId" clId="{B7816ABD-4442-4B26-B78D-E5C22121012A}" dt="2026-03-24T05:12:37.327" v="701" actId="478"/>
          <ac:picMkLst>
            <pc:docMk/>
            <pc:sldMk cId="0" sldId="264"/>
            <ac:picMk id="3" creationId="{9AE59149-B12D-3CA4-B2AE-9752B936A363}"/>
          </ac:picMkLst>
        </pc:picChg>
        <pc:picChg chg="add del mod">
          <ac:chgData name="skmanigroups@outlook.com" userId="2535997f7d52cef3" providerId="LiveId" clId="{B7816ABD-4442-4B26-B78D-E5C22121012A}" dt="2026-03-24T16:56:30.726" v="832" actId="478"/>
          <ac:picMkLst>
            <pc:docMk/>
            <pc:sldMk cId="0" sldId="264"/>
            <ac:picMk id="3" creationId="{DFE414BE-CAB2-37DB-9D00-9A3A60180BE5}"/>
          </ac:picMkLst>
        </pc:picChg>
        <pc:picChg chg="add mod">
          <ac:chgData name="skmanigroups@outlook.com" userId="2535997f7d52cef3" providerId="LiveId" clId="{B7816ABD-4442-4B26-B78D-E5C22121012A}" dt="2026-03-24T17:07:52.519" v="888" actId="1076"/>
          <ac:picMkLst>
            <pc:docMk/>
            <pc:sldMk cId="0" sldId="264"/>
            <ac:picMk id="5" creationId="{16A44BE2-9FAF-F68A-0CE5-E35F727715D7}"/>
          </ac:picMkLst>
        </pc:picChg>
        <pc:picChg chg="add del mod">
          <ac:chgData name="skmanigroups@outlook.com" userId="2535997f7d52cef3" providerId="LiveId" clId="{B7816ABD-4442-4B26-B78D-E5C22121012A}" dt="2026-03-24T17:26:03.723" v="911" actId="478"/>
          <ac:picMkLst>
            <pc:docMk/>
            <pc:sldMk cId="0" sldId="264"/>
            <ac:picMk id="8" creationId="{B63ECC08-6E64-085E-EA91-8A30C1EA4FEB}"/>
          </ac:picMkLst>
        </pc:picChg>
        <pc:picChg chg="add mod">
          <ac:chgData name="skmanigroups@outlook.com" userId="2535997f7d52cef3" providerId="LiveId" clId="{B7816ABD-4442-4B26-B78D-E5C22121012A}" dt="2026-03-24T17:26:14.231" v="913" actId="14100"/>
          <ac:picMkLst>
            <pc:docMk/>
            <pc:sldMk cId="0" sldId="264"/>
            <ac:picMk id="11" creationId="{1D8BE4A5-133C-5411-ADE5-55A9DB9942C7}"/>
          </ac:picMkLst>
        </pc:picChg>
      </pc:sldChg>
      <pc:sldChg chg="modSp mod">
        <pc:chgData name="skmanigroups@outlook.com" userId="2535997f7d52cef3" providerId="LiveId" clId="{B7816ABD-4442-4B26-B78D-E5C22121012A}" dt="2026-03-24T07:37:47.431" v="743" actId="255"/>
        <pc:sldMkLst>
          <pc:docMk/>
          <pc:sldMk cId="0" sldId="265"/>
        </pc:sldMkLst>
        <pc:spChg chg="mod">
          <ac:chgData name="skmanigroups@outlook.com" userId="2535997f7d52cef3" providerId="LiveId" clId="{B7816ABD-4442-4B26-B78D-E5C22121012A}" dt="2026-03-24T07:37:47.431" v="743" actId="255"/>
          <ac:spMkLst>
            <pc:docMk/>
            <pc:sldMk cId="0" sldId="265"/>
            <ac:spMk id="2" creationId="{5CE4F72B-CE3A-B80E-ABE7-B950EA1AC506}"/>
          </ac:spMkLst>
        </pc:spChg>
        <pc:spChg chg="mod">
          <ac:chgData name="skmanigroups@outlook.com" userId="2535997f7d52cef3" providerId="LiveId" clId="{B7816ABD-4442-4B26-B78D-E5C22121012A}" dt="2026-03-24T05:26:17.210" v="725" actId="20577"/>
          <ac:spMkLst>
            <pc:docMk/>
            <pc:sldMk cId="0" sldId="265"/>
            <ac:spMk id="5" creationId="{EA6E5A44-D6B2-2FF9-929C-7305342E40A8}"/>
          </ac:spMkLst>
        </pc:spChg>
        <pc:spChg chg="mod">
          <ac:chgData name="skmanigroups@outlook.com" userId="2535997f7d52cef3" providerId="LiveId" clId="{B7816ABD-4442-4B26-B78D-E5C22121012A}" dt="2026-03-24T03:24:38.912" v="440"/>
          <ac:spMkLst>
            <pc:docMk/>
            <pc:sldMk cId="0" sldId="265"/>
            <ac:spMk id="215" creationId="{00000000-0000-0000-0000-000000000000}"/>
          </ac:spMkLst>
        </pc:spChg>
      </pc:sldChg>
      <pc:sldChg chg="addSp delSp modSp mod">
        <pc:chgData name="skmanigroups@outlook.com" userId="2535997f7d52cef3" providerId="LiveId" clId="{B7816ABD-4442-4B26-B78D-E5C22121012A}" dt="2026-03-24T17:27:15.794" v="917" actId="14100"/>
        <pc:sldMkLst>
          <pc:docMk/>
          <pc:sldMk cId="0" sldId="266"/>
        </pc:sldMkLst>
        <pc:spChg chg="add mod">
          <ac:chgData name="skmanigroups@outlook.com" userId="2535997f7d52cef3" providerId="LiveId" clId="{B7816ABD-4442-4B26-B78D-E5C22121012A}" dt="2026-03-24T17:10:45.883" v="904" actId="20577"/>
          <ac:spMkLst>
            <pc:docMk/>
            <pc:sldMk cId="0" sldId="266"/>
            <ac:spMk id="6" creationId="{BB21617C-40A2-4B44-B465-A37DF5992C2F}"/>
          </ac:spMkLst>
        </pc:spChg>
        <pc:spChg chg="add mod">
          <ac:chgData name="skmanigroups@outlook.com" userId="2535997f7d52cef3" providerId="LiveId" clId="{B7816ABD-4442-4B26-B78D-E5C22121012A}" dt="2026-03-24T17:11:04.101" v="909" actId="20577"/>
          <ac:spMkLst>
            <pc:docMk/>
            <pc:sldMk cId="0" sldId="266"/>
            <ac:spMk id="7" creationId="{7FB675D5-32CD-884F-8BB7-388B0BA12F95}"/>
          </ac:spMkLst>
        </pc:spChg>
        <pc:spChg chg="mod">
          <ac:chgData name="skmanigroups@outlook.com" userId="2535997f7d52cef3" providerId="LiveId" clId="{B7816ABD-4442-4B26-B78D-E5C22121012A}" dt="2026-03-24T17:00:09.008" v="855" actId="1076"/>
          <ac:spMkLst>
            <pc:docMk/>
            <pc:sldMk cId="0" sldId="266"/>
            <ac:spMk id="219" creationId="{00000000-0000-0000-0000-000000000000}"/>
          </ac:spMkLst>
        </pc:spChg>
        <pc:picChg chg="add mod">
          <ac:chgData name="skmanigroups@outlook.com" userId="2535997f7d52cef3" providerId="LiveId" clId="{B7816ABD-4442-4B26-B78D-E5C22121012A}" dt="2026-03-24T17:10:09.222" v="900" actId="1076"/>
          <ac:picMkLst>
            <pc:docMk/>
            <pc:sldMk cId="0" sldId="266"/>
            <ac:picMk id="3" creationId="{BA1BC275-BE10-E28C-259C-CAED76140FB0}"/>
          </ac:picMkLst>
        </pc:picChg>
        <pc:picChg chg="del">
          <ac:chgData name="skmanigroups@outlook.com" userId="2535997f7d52cef3" providerId="LiveId" clId="{B7816ABD-4442-4B26-B78D-E5C22121012A}" dt="2026-03-24T05:29:03.732" v="738" actId="478"/>
          <ac:picMkLst>
            <pc:docMk/>
            <pc:sldMk cId="0" sldId="266"/>
            <ac:picMk id="3" creationId="{C7A04784-EB33-8BB2-B966-8D2A8C0D3CF9}"/>
          </ac:picMkLst>
        </pc:picChg>
        <pc:picChg chg="add del mod">
          <ac:chgData name="skmanigroups@outlook.com" userId="2535997f7d52cef3" providerId="LiveId" clId="{B7816ABD-4442-4B26-B78D-E5C22121012A}" dt="2026-03-24T17:27:05.201" v="914" actId="478"/>
          <ac:picMkLst>
            <pc:docMk/>
            <pc:sldMk cId="0" sldId="266"/>
            <ac:picMk id="5" creationId="{3BA23E27-D686-102D-6801-1D8765773D8D}"/>
          </ac:picMkLst>
        </pc:picChg>
        <pc:picChg chg="add mod">
          <ac:chgData name="skmanigroups@outlook.com" userId="2535997f7d52cef3" providerId="LiveId" clId="{B7816ABD-4442-4B26-B78D-E5C22121012A}" dt="2026-03-24T17:27:15.794" v="917" actId="14100"/>
          <ac:picMkLst>
            <pc:docMk/>
            <pc:sldMk cId="0" sldId="266"/>
            <ac:picMk id="9" creationId="{553D013E-4C67-EBCE-EE91-932B5880F040}"/>
          </ac:picMkLst>
        </pc:picChg>
      </pc:sldChg>
      <pc:sldChg chg="addSp delSp modSp mod modClrScheme chgLayout">
        <pc:chgData name="skmanigroups@outlook.com" userId="2535997f7d52cef3" providerId="LiveId" clId="{B7816ABD-4442-4B26-B78D-E5C22121012A}" dt="2026-03-24T17:29:08.283" v="929" actId="20577"/>
        <pc:sldMkLst>
          <pc:docMk/>
          <pc:sldMk cId="0" sldId="267"/>
        </pc:sldMkLst>
        <pc:spChg chg="add del mod ord">
          <ac:chgData name="skmanigroups@outlook.com" userId="2535997f7d52cef3" providerId="LiveId" clId="{B7816ABD-4442-4B26-B78D-E5C22121012A}" dt="2026-03-24T17:04:16.490" v="875" actId="700"/>
          <ac:spMkLst>
            <pc:docMk/>
            <pc:sldMk cId="0" sldId="267"/>
            <ac:spMk id="4" creationId="{F2BF7A9C-2206-8291-BAE4-A13EFBC6CA25}"/>
          </ac:spMkLst>
        </pc:spChg>
        <pc:spChg chg="add del mod ord">
          <ac:chgData name="skmanigroups@outlook.com" userId="2535997f7d52cef3" providerId="LiveId" clId="{B7816ABD-4442-4B26-B78D-E5C22121012A}" dt="2026-03-24T17:04:16.490" v="875" actId="700"/>
          <ac:spMkLst>
            <pc:docMk/>
            <pc:sldMk cId="0" sldId="267"/>
            <ac:spMk id="5" creationId="{0248F508-4F7A-0D53-EE83-ABB1301B3592}"/>
          </ac:spMkLst>
        </pc:spChg>
        <pc:spChg chg="add del mod ord">
          <ac:chgData name="skmanigroups@outlook.com" userId="2535997f7d52cef3" providerId="LiveId" clId="{B7816ABD-4442-4B26-B78D-E5C22121012A}" dt="2026-03-24T17:04:16.490" v="875" actId="700"/>
          <ac:spMkLst>
            <pc:docMk/>
            <pc:sldMk cId="0" sldId="267"/>
            <ac:spMk id="6" creationId="{0D22BB5C-28FA-B441-609D-0DD9744C9405}"/>
          </ac:spMkLst>
        </pc:spChg>
        <pc:spChg chg="add del mod ord">
          <ac:chgData name="skmanigroups@outlook.com" userId="2535997f7d52cef3" providerId="LiveId" clId="{B7816ABD-4442-4B26-B78D-E5C22121012A}" dt="2026-03-24T17:04:16.490" v="875" actId="700"/>
          <ac:spMkLst>
            <pc:docMk/>
            <pc:sldMk cId="0" sldId="267"/>
            <ac:spMk id="7" creationId="{505BBB1E-426A-279D-0CEA-41914C425DA3}"/>
          </ac:spMkLst>
        </pc:spChg>
        <pc:spChg chg="add del mod">
          <ac:chgData name="skmanigroups@outlook.com" userId="2535997f7d52cef3" providerId="LiveId" clId="{B7816ABD-4442-4B26-B78D-E5C22121012A}" dt="2026-03-24T17:04:14.351" v="870" actId="478"/>
          <ac:spMkLst>
            <pc:docMk/>
            <pc:sldMk cId="0" sldId="267"/>
            <ac:spMk id="11" creationId="{B600AA43-9A15-C791-345E-52E2E0ACFF91}"/>
          </ac:spMkLst>
        </pc:spChg>
        <pc:spChg chg="add mod">
          <ac:chgData name="skmanigroups@outlook.com" userId="2535997f7d52cef3" providerId="LiveId" clId="{B7816ABD-4442-4B26-B78D-E5C22121012A}" dt="2026-03-24T17:29:08.283" v="929" actId="20577"/>
          <ac:spMkLst>
            <pc:docMk/>
            <pc:sldMk cId="0" sldId="267"/>
            <ac:spMk id="18" creationId="{5CF17888-5845-6C1F-1C9D-A5C5837875AB}"/>
          </ac:spMkLst>
        </pc:spChg>
        <pc:spChg chg="add mod">
          <ac:chgData name="skmanigroups@outlook.com" userId="2535997f7d52cef3" providerId="LiveId" clId="{B7816ABD-4442-4B26-B78D-E5C22121012A}" dt="2026-03-24T17:28:50.808" v="924" actId="1076"/>
          <ac:spMkLst>
            <pc:docMk/>
            <pc:sldMk cId="0" sldId="267"/>
            <ac:spMk id="19" creationId="{884CC05F-4077-3B7C-6428-EF7D57F371DA}"/>
          </ac:spMkLst>
        </pc:spChg>
        <pc:spChg chg="mod ord">
          <ac:chgData name="skmanigroups@outlook.com" userId="2535997f7d52cef3" providerId="LiveId" clId="{B7816ABD-4442-4B26-B78D-E5C22121012A}" dt="2026-03-24T17:04:43.567" v="882" actId="1076"/>
          <ac:spMkLst>
            <pc:docMk/>
            <pc:sldMk cId="0" sldId="267"/>
            <ac:spMk id="223" creationId="{00000000-0000-0000-0000-000000000000}"/>
          </ac:spMkLst>
        </pc:spChg>
        <pc:spChg chg="mod ord">
          <ac:chgData name="skmanigroups@outlook.com" userId="2535997f7d52cef3" providerId="LiveId" clId="{B7816ABD-4442-4B26-B78D-E5C22121012A}" dt="2026-03-24T17:04:16.490" v="875" actId="700"/>
          <ac:spMkLst>
            <pc:docMk/>
            <pc:sldMk cId="0" sldId="267"/>
            <ac:spMk id="225" creationId="{00000000-0000-0000-0000-000000000000}"/>
          </ac:spMkLst>
        </pc:spChg>
        <pc:picChg chg="add del mod">
          <ac:chgData name="skmanigroups@outlook.com" userId="2535997f7d52cef3" providerId="LiveId" clId="{B7816ABD-4442-4B26-B78D-E5C22121012A}" dt="2026-03-24T17:04:19.843" v="876" actId="478"/>
          <ac:picMkLst>
            <pc:docMk/>
            <pc:sldMk cId="0" sldId="267"/>
            <ac:picMk id="3" creationId="{7D7D2B4A-E7F3-544C-ED67-8A14FF1A7302}"/>
          </ac:picMkLst>
        </pc:picChg>
        <pc:picChg chg="del">
          <ac:chgData name="skmanigroups@outlook.com" userId="2535997f7d52cef3" providerId="LiveId" clId="{B7816ABD-4442-4B26-B78D-E5C22121012A}" dt="2026-03-24T05:29:09.598" v="739" actId="478"/>
          <ac:picMkLst>
            <pc:docMk/>
            <pc:sldMk cId="0" sldId="267"/>
            <ac:picMk id="3" creationId="{87DF142F-6C52-3523-B66F-50576A1D7AEF}"/>
          </ac:picMkLst>
        </pc:picChg>
        <pc:picChg chg="add del mod ord">
          <ac:chgData name="skmanigroups@outlook.com" userId="2535997f7d52cef3" providerId="LiveId" clId="{B7816ABD-4442-4B26-B78D-E5C22121012A}" dt="2026-03-24T17:04:15.487" v="873" actId="22"/>
          <ac:picMkLst>
            <pc:docMk/>
            <pc:sldMk cId="0" sldId="267"/>
            <ac:picMk id="9" creationId="{CEA6911A-521D-F90F-D2A2-EE2F53F6CBE9}"/>
          </ac:picMkLst>
        </pc:picChg>
        <pc:picChg chg="add mod">
          <ac:chgData name="skmanigroups@outlook.com" userId="2535997f7d52cef3" providerId="LiveId" clId="{B7816ABD-4442-4B26-B78D-E5C22121012A}" dt="2026-03-24T17:04:50.679" v="883" actId="1076"/>
          <ac:picMkLst>
            <pc:docMk/>
            <pc:sldMk cId="0" sldId="267"/>
            <ac:picMk id="13" creationId="{EF17FA58-DB56-F22A-3B44-0A490D5078D8}"/>
          </ac:picMkLst>
        </pc:picChg>
        <pc:picChg chg="add del">
          <ac:chgData name="skmanigroups@outlook.com" userId="2535997f7d52cef3" providerId="LiveId" clId="{B7816ABD-4442-4B26-B78D-E5C22121012A}" dt="2026-03-24T17:09:46.753" v="895" actId="22"/>
          <ac:picMkLst>
            <pc:docMk/>
            <pc:sldMk cId="0" sldId="267"/>
            <ac:picMk id="15" creationId="{F60B19A8-82D8-8276-A96D-C0F8DA366512}"/>
          </ac:picMkLst>
        </pc:picChg>
        <pc:picChg chg="add mod">
          <ac:chgData name="skmanigroups@outlook.com" userId="2535997f7d52cef3" providerId="LiveId" clId="{B7816ABD-4442-4B26-B78D-E5C22121012A}" dt="2026-03-24T17:28:56.595" v="926" actId="1076"/>
          <ac:picMkLst>
            <pc:docMk/>
            <pc:sldMk cId="0" sldId="267"/>
            <ac:picMk id="17" creationId="{C531890E-3F9F-085E-9097-845965BF9A0D}"/>
          </ac:picMkLst>
        </pc:picChg>
      </pc:sldChg>
      <pc:sldChg chg="addSp delSp modSp mod">
        <pc:chgData name="skmanigroups@outlook.com" userId="2535997f7d52cef3" providerId="LiveId" clId="{B7816ABD-4442-4B26-B78D-E5C22121012A}" dt="2026-03-24T17:36:25.164" v="942" actId="1076"/>
        <pc:sldMkLst>
          <pc:docMk/>
          <pc:sldMk cId="0" sldId="268"/>
        </pc:sldMkLst>
        <pc:picChg chg="add del mod">
          <ac:chgData name="skmanigroups@outlook.com" userId="2535997f7d52cef3" providerId="LiveId" clId="{B7816ABD-4442-4B26-B78D-E5C22121012A}" dt="2026-03-24T17:34:14.482" v="934" actId="478"/>
          <ac:picMkLst>
            <pc:docMk/>
            <pc:sldMk cId="0" sldId="268"/>
            <ac:picMk id="3" creationId="{BFC07184-1636-C25A-CA89-335E5C6A853C}"/>
          </ac:picMkLst>
        </pc:picChg>
        <pc:picChg chg="add mod">
          <ac:chgData name="skmanigroups@outlook.com" userId="2535997f7d52cef3" providerId="LiveId" clId="{B7816ABD-4442-4B26-B78D-E5C22121012A}" dt="2026-03-24T17:36:17.491" v="941" actId="1076"/>
          <ac:picMkLst>
            <pc:docMk/>
            <pc:sldMk cId="0" sldId="268"/>
            <ac:picMk id="5" creationId="{C2F790FE-B84A-9D8B-6713-89489F16DB2D}"/>
          </ac:picMkLst>
        </pc:picChg>
        <pc:picChg chg="add mod">
          <ac:chgData name="skmanigroups@outlook.com" userId="2535997f7d52cef3" providerId="LiveId" clId="{B7816ABD-4442-4B26-B78D-E5C22121012A}" dt="2026-03-24T17:36:25.164" v="942" actId="1076"/>
          <ac:picMkLst>
            <pc:docMk/>
            <pc:sldMk cId="0" sldId="268"/>
            <ac:picMk id="7" creationId="{72D35FC9-CD5F-26FC-7C15-5BB7DD9E3522}"/>
          </ac:picMkLst>
        </pc:picChg>
      </pc:sldChg>
      <pc:sldChg chg="addSp delSp modSp mod">
        <pc:chgData name="skmanigroups@outlook.com" userId="2535997f7d52cef3" providerId="LiveId" clId="{B7816ABD-4442-4B26-B78D-E5C22121012A}" dt="2026-03-24T17:48:50.981" v="1015" actId="20577"/>
        <pc:sldMkLst>
          <pc:docMk/>
          <pc:sldMk cId="0" sldId="270"/>
        </pc:sldMkLst>
        <pc:graphicFrameChg chg="add del mod modGraphic">
          <ac:chgData name="skmanigroups@outlook.com" userId="2535997f7d52cef3" providerId="LiveId" clId="{B7816ABD-4442-4B26-B78D-E5C22121012A}" dt="2026-03-24T17:43:48.615" v="982" actId="478"/>
          <ac:graphicFrameMkLst>
            <pc:docMk/>
            <pc:sldMk cId="0" sldId="270"/>
            <ac:graphicFrameMk id="2" creationId="{C8BA5D82-A71D-FF08-CAB7-9DAD6B5FD0E4}"/>
          </ac:graphicFrameMkLst>
        </pc:graphicFrameChg>
        <pc:graphicFrameChg chg="add del">
          <ac:chgData name="skmanigroups@outlook.com" userId="2535997f7d52cef3" providerId="LiveId" clId="{B7816ABD-4442-4B26-B78D-E5C22121012A}" dt="2026-03-24T17:44:57.441" v="986" actId="478"/>
          <ac:graphicFrameMkLst>
            <pc:docMk/>
            <pc:sldMk cId="0" sldId="270"/>
            <ac:graphicFrameMk id="3" creationId="{E6AD9DE0-A706-8D81-D273-D205EA920CA3}"/>
          </ac:graphicFrameMkLst>
        </pc:graphicFrameChg>
        <pc:graphicFrameChg chg="add del modGraphic">
          <ac:chgData name="skmanigroups@outlook.com" userId="2535997f7d52cef3" providerId="LiveId" clId="{B7816ABD-4442-4B26-B78D-E5C22121012A}" dt="2026-03-24T17:44:53.105" v="985" actId="478"/>
          <ac:graphicFrameMkLst>
            <pc:docMk/>
            <pc:sldMk cId="0" sldId="270"/>
            <ac:graphicFrameMk id="6" creationId="{76358BE4-892C-1744-C435-C3CFB3D86749}"/>
          </ac:graphicFrameMkLst>
        </pc:graphicFrameChg>
        <pc:graphicFrameChg chg="add mod modGraphic">
          <ac:chgData name="skmanigroups@outlook.com" userId="2535997f7d52cef3" providerId="LiveId" clId="{B7816ABD-4442-4B26-B78D-E5C22121012A}" dt="2026-03-24T17:48:50.981" v="1015" actId="20577"/>
          <ac:graphicFrameMkLst>
            <pc:docMk/>
            <pc:sldMk cId="0" sldId="270"/>
            <ac:graphicFrameMk id="7" creationId="{C63306AE-E37D-AEA8-EFFC-55401C865D52}"/>
          </ac:graphicFrameMkLst>
        </pc:graphicFrameChg>
      </pc:sldChg>
      <pc:sldChg chg="addSp modSp mod">
        <pc:chgData name="skmanigroups@outlook.com" userId="2535997f7d52cef3" providerId="LiveId" clId="{B7816ABD-4442-4B26-B78D-E5C22121012A}" dt="2026-03-24T08:48:47.726" v="791" actId="1076"/>
        <pc:sldMkLst>
          <pc:docMk/>
          <pc:sldMk cId="0" sldId="271"/>
        </pc:sldMkLst>
        <pc:spChg chg="mod">
          <ac:chgData name="skmanigroups@outlook.com" userId="2535997f7d52cef3" providerId="LiveId" clId="{B7816ABD-4442-4B26-B78D-E5C22121012A}" dt="2026-03-24T08:48:47.726" v="791" actId="1076"/>
          <ac:spMkLst>
            <pc:docMk/>
            <pc:sldMk cId="0" sldId="271"/>
            <ac:spMk id="2" creationId="{F88E24AB-C656-8E4C-FA00-A8685A58A513}"/>
          </ac:spMkLst>
        </pc:spChg>
        <pc:spChg chg="add">
          <ac:chgData name="skmanigroups@outlook.com" userId="2535997f7d52cef3" providerId="LiveId" clId="{B7816ABD-4442-4B26-B78D-E5C22121012A}" dt="2026-03-24T08:48:23.367" v="785"/>
          <ac:spMkLst>
            <pc:docMk/>
            <pc:sldMk cId="0" sldId="271"/>
            <ac:spMk id="3" creationId="{55E4676E-312E-51EA-A138-1FBC9DDC66DE}"/>
          </ac:spMkLst>
        </pc:spChg>
      </pc:sldChg>
      <pc:sldChg chg="modSp mod">
        <pc:chgData name="skmanigroups@outlook.com" userId="2535997f7d52cef3" providerId="LiveId" clId="{B7816ABD-4442-4B26-B78D-E5C22121012A}" dt="2026-03-24T08:57:40.507" v="827" actId="255"/>
        <pc:sldMkLst>
          <pc:docMk/>
          <pc:sldMk cId="0" sldId="272"/>
        </pc:sldMkLst>
        <pc:spChg chg="mod">
          <ac:chgData name="skmanigroups@outlook.com" userId="2535997f7d52cef3" providerId="LiveId" clId="{B7816ABD-4442-4B26-B78D-E5C22121012A}" dt="2026-03-24T08:57:40.507" v="827" actId="255"/>
          <ac:spMkLst>
            <pc:docMk/>
            <pc:sldMk cId="0" sldId="272"/>
            <ac:spMk id="2" creationId="{F754D024-2C76-5E1B-6BEA-430DF9E4D52A}"/>
          </ac:spMkLst>
        </pc:spChg>
      </pc:sldChg>
      <pc:sldChg chg="modSp mod">
        <pc:chgData name="skmanigroups@outlook.com" userId="2535997f7d52cef3" providerId="LiveId" clId="{B7816ABD-4442-4B26-B78D-E5C22121012A}" dt="2026-03-24T08:39:23.569" v="774" actId="255"/>
        <pc:sldMkLst>
          <pc:docMk/>
          <pc:sldMk cId="3079562877" sldId="274"/>
        </pc:sldMkLst>
        <pc:spChg chg="mod">
          <ac:chgData name="skmanigroups@outlook.com" userId="2535997f7d52cef3" providerId="LiveId" clId="{B7816ABD-4442-4B26-B78D-E5C22121012A}" dt="2026-03-24T03:25:43.388" v="441"/>
          <ac:spMkLst>
            <pc:docMk/>
            <pc:sldMk cId="3079562877" sldId="274"/>
            <ac:spMk id="2" creationId="{E634614D-CF6E-B87C-5166-56D7CE8FDB36}"/>
          </ac:spMkLst>
        </pc:spChg>
        <pc:spChg chg="mod">
          <ac:chgData name="skmanigroups@outlook.com" userId="2535997f7d52cef3" providerId="LiveId" clId="{B7816ABD-4442-4B26-B78D-E5C22121012A}" dt="2026-03-24T08:39:23.569" v="774" actId="255"/>
          <ac:spMkLst>
            <pc:docMk/>
            <pc:sldMk cId="3079562877" sldId="274"/>
            <ac:spMk id="19" creationId="{E1ED7D4E-6399-DFBE-6264-0367B4394B73}"/>
          </ac:spMkLst>
        </pc:spChg>
        <pc:spChg chg="mod">
          <ac:chgData name="skmanigroups@outlook.com" userId="2535997f7d52cef3" providerId="LiveId" clId="{B7816ABD-4442-4B26-B78D-E5C22121012A}" dt="2026-03-24T08:38:58.937" v="772" actId="5793"/>
          <ac:spMkLst>
            <pc:docMk/>
            <pc:sldMk cId="3079562877" sldId="274"/>
            <ac:spMk id="21" creationId="{85B2E0FC-E700-6FA0-2FF1-12364612F093}"/>
          </ac:spMkLst>
        </pc:spChg>
      </pc:sldChg>
      <pc:sldChg chg="addSp modSp mod">
        <pc:chgData name="skmanigroups@outlook.com" userId="2535997f7d52cef3" providerId="LiveId" clId="{B7816ABD-4442-4B26-B78D-E5C22121012A}" dt="2026-03-24T17:37:44.872" v="949" actId="1076"/>
        <pc:sldMkLst>
          <pc:docMk/>
          <pc:sldMk cId="4220880015" sldId="277"/>
        </pc:sldMkLst>
        <pc:picChg chg="add mod">
          <ac:chgData name="skmanigroups@outlook.com" userId="2535997f7d52cef3" providerId="LiveId" clId="{B7816ABD-4442-4B26-B78D-E5C22121012A}" dt="2026-03-24T17:37:44.872" v="949" actId="1076"/>
          <ac:picMkLst>
            <pc:docMk/>
            <pc:sldMk cId="4220880015" sldId="277"/>
            <ac:picMk id="3" creationId="{AC921635-2606-74E5-8624-18B8CDB73E42}"/>
          </ac:picMkLst>
        </pc:picChg>
      </pc:sldChg>
      <pc:sldChg chg="modSp mod">
        <pc:chgData name="skmanigroups@outlook.com" userId="2535997f7d52cef3" providerId="LiveId" clId="{B7816ABD-4442-4B26-B78D-E5C22121012A}" dt="2026-03-24T08:55:11.834" v="815" actId="20577"/>
        <pc:sldMkLst>
          <pc:docMk/>
          <pc:sldMk cId="2650022515" sldId="278"/>
        </pc:sldMkLst>
        <pc:spChg chg="mod">
          <ac:chgData name="skmanigroups@outlook.com" userId="2535997f7d52cef3" providerId="LiveId" clId="{B7816ABD-4442-4B26-B78D-E5C22121012A}" dt="2026-03-24T08:55:11.834" v="815" actId="20577"/>
          <ac:spMkLst>
            <pc:docMk/>
            <pc:sldMk cId="2650022515" sldId="278"/>
            <ac:spMk id="4" creationId="{B371D524-FB0B-ACD0-2358-A35938FFD08A}"/>
          </ac:spMkLst>
        </pc:spChg>
      </pc:sldChg>
      <pc:sldChg chg="del">
        <pc:chgData name="skmanigroups@outlook.com" userId="2535997f7d52cef3" providerId="LiveId" clId="{B7816ABD-4442-4B26-B78D-E5C22121012A}" dt="2026-03-24T03:26:20.087" v="442" actId="47"/>
        <pc:sldMkLst>
          <pc:docMk/>
          <pc:sldMk cId="3410230371" sldId="280"/>
        </pc:sldMkLst>
      </pc:sldChg>
      <pc:sldChg chg="del">
        <pc:chgData name="skmanigroups@outlook.com" userId="2535997f7d52cef3" providerId="LiveId" clId="{B7816ABD-4442-4B26-B78D-E5C22121012A}" dt="2026-03-24T03:26:21.751" v="443" actId="47"/>
        <pc:sldMkLst>
          <pc:docMk/>
          <pc:sldMk cId="1892220923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3" name="Shape 1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405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90538" y="2244726"/>
            <a:ext cx="18002924" cy="4775200"/>
          </a:xfrm>
        </p:spPr>
        <p:txBody>
          <a:bodyPr anchor="b">
            <a:normAutofit/>
          </a:bodyPr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90538" y="7204076"/>
            <a:ext cx="18002924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71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278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8488" y="1314453"/>
            <a:ext cx="19467024" cy="5705474"/>
          </a:xfrm>
        </p:spPr>
        <p:txBody>
          <a:bodyPr anchor="b">
            <a:normAutofit/>
          </a:bodyPr>
          <a:lstStyle>
            <a:lvl1pPr>
              <a:defRPr sz="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8488" y="7204077"/>
            <a:ext cx="19467024" cy="3000374"/>
          </a:xfrm>
        </p:spPr>
        <p:txBody>
          <a:bodyPr/>
          <a:lstStyle>
            <a:lvl1pPr marL="0" indent="0" algn="ctr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64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7591" y="1219201"/>
            <a:ext cx="20707522" cy="26526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7590" y="4176639"/>
            <a:ext cx="10212008" cy="7405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6806" y="4176639"/>
            <a:ext cx="10188308" cy="7405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449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7591" y="1219201"/>
            <a:ext cx="20707522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3609" y="4176640"/>
            <a:ext cx="9758398" cy="164782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7590" y="5824464"/>
            <a:ext cx="10214416" cy="57579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04006" y="4176640"/>
            <a:ext cx="9731108" cy="164782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824464"/>
            <a:ext cx="10190714" cy="57579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816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44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513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4457" y="1219200"/>
            <a:ext cx="7864474" cy="472440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6128" y="1219200"/>
            <a:ext cx="12378984" cy="103632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34457" y="5943601"/>
            <a:ext cx="7864474" cy="5638798"/>
          </a:xfrm>
        </p:spPr>
        <p:txBody>
          <a:bodyPr/>
          <a:lstStyle>
            <a:lvl1pPr marL="0" indent="0" algn="ctr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04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4455" y="1219200"/>
            <a:ext cx="11859546" cy="4724400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49608" y="1517762"/>
            <a:ext cx="6510712" cy="9766076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7588" y="5943600"/>
            <a:ext cx="11869900" cy="5638800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52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7612" y="8578745"/>
            <a:ext cx="20735128" cy="163871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27612" y="1242643"/>
            <a:ext cx="20735128" cy="6759470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7590" y="10217456"/>
            <a:ext cx="20731996" cy="1364944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49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7590" y="1219201"/>
            <a:ext cx="20707524" cy="6849718"/>
          </a:xfrm>
        </p:spPr>
        <p:txBody>
          <a:bodyPr anchor="ctr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7591" y="8409640"/>
            <a:ext cx="20707522" cy="3184372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8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2424" y="1219200"/>
            <a:ext cx="18605504" cy="5985808"/>
          </a:xfrm>
        </p:spPr>
        <p:txBody>
          <a:bodyPr anchor="ctr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3441289" y="7220064"/>
            <a:ext cx="17504598" cy="853624"/>
          </a:xfrm>
        </p:spPr>
        <p:txBody>
          <a:bodyPr anchor="t">
            <a:normAutofit/>
          </a:bodyPr>
          <a:lstStyle>
            <a:lvl1pPr marL="0" indent="0" algn="r">
              <a:buNone/>
              <a:defRPr sz="28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7588" y="8409642"/>
            <a:ext cx="20707524" cy="31727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1673224" y="1470482"/>
            <a:ext cx="1219200" cy="1169552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15912" y="5944186"/>
            <a:ext cx="1219200" cy="1169552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2043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7613" y="4253885"/>
            <a:ext cx="20710654" cy="502367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7589" y="9301112"/>
            <a:ext cx="20707526" cy="2281288"/>
          </a:xfrm>
        </p:spPr>
        <p:txBody>
          <a:bodyPr anchor="t"/>
          <a:lstStyle>
            <a:lvl1pPr marL="0" indent="0" algn="ctr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626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827588" y="1219201"/>
            <a:ext cx="20707524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827588" y="4176639"/>
            <a:ext cx="6597912" cy="164661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800" b="0">
                <a:solidFill>
                  <a:schemeClr val="tx1"/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827588" y="5823248"/>
            <a:ext cx="6597912" cy="5759152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89756" y="4176640"/>
            <a:ext cx="6597116" cy="164660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800" b="0">
                <a:solidFill>
                  <a:schemeClr val="tx1"/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8889757" y="5823248"/>
            <a:ext cx="6599642" cy="5759152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5946597" y="4176640"/>
            <a:ext cx="6582422" cy="164660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800" b="0">
                <a:solidFill>
                  <a:schemeClr val="tx1"/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5952693" y="5823248"/>
            <a:ext cx="6582422" cy="5759152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96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827590" y="1219201"/>
            <a:ext cx="20707524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827591" y="8391798"/>
            <a:ext cx="6597910" cy="115252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0">
                <a:solidFill>
                  <a:schemeClr val="tx1"/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184040" y="4597974"/>
            <a:ext cx="5880100" cy="3048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914400" indent="0">
              <a:buNone/>
              <a:defRPr sz="3200"/>
            </a:lvl2pPr>
            <a:lvl3pPr marL="1828800" indent="0">
              <a:buNone/>
              <a:defRPr sz="32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  <a:lvl6pPr marL="4572000" indent="0">
              <a:buNone/>
              <a:defRPr sz="3200"/>
            </a:lvl6pPr>
            <a:lvl7pPr marL="5486400" indent="0">
              <a:buNone/>
              <a:defRPr sz="3200"/>
            </a:lvl7pPr>
            <a:lvl8pPr marL="6400800" indent="0">
              <a:buNone/>
              <a:defRPr sz="3200"/>
            </a:lvl8pPr>
            <a:lvl9pPr marL="731520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827591" y="9544322"/>
            <a:ext cx="6597910" cy="203807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85403" y="8391798"/>
            <a:ext cx="6597966" cy="115252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0">
                <a:solidFill>
                  <a:schemeClr val="tx1"/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9137993" y="4597974"/>
            <a:ext cx="5861050" cy="3048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914400" indent="0">
              <a:buNone/>
              <a:defRPr sz="3200"/>
            </a:lvl2pPr>
            <a:lvl3pPr marL="1828800" indent="0">
              <a:buNone/>
              <a:defRPr sz="32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  <a:lvl6pPr marL="4572000" indent="0">
              <a:buNone/>
              <a:defRPr sz="3200"/>
            </a:lvl6pPr>
            <a:lvl7pPr marL="5486400" indent="0">
              <a:buNone/>
              <a:defRPr sz="3200"/>
            </a:lvl7pPr>
            <a:lvl8pPr marL="6400800" indent="0">
              <a:buNone/>
              <a:defRPr sz="3200"/>
            </a:lvl8pPr>
            <a:lvl9pPr marL="731520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8882696" y="9544320"/>
            <a:ext cx="6600672" cy="203807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5946846" y="8391798"/>
            <a:ext cx="6579800" cy="115252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0">
                <a:solidFill>
                  <a:schemeClr val="tx1"/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6305607" y="4597974"/>
            <a:ext cx="5864226" cy="3048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914400" indent="0">
              <a:buNone/>
              <a:defRPr sz="3200"/>
            </a:lvl2pPr>
            <a:lvl3pPr marL="1828800" indent="0">
              <a:buNone/>
              <a:defRPr sz="32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  <a:lvl6pPr marL="4572000" indent="0">
              <a:buNone/>
              <a:defRPr sz="3200"/>
            </a:lvl6pPr>
            <a:lvl7pPr marL="5486400" indent="0">
              <a:buNone/>
              <a:defRPr sz="3200"/>
            </a:lvl7pPr>
            <a:lvl8pPr marL="6400800" indent="0">
              <a:buNone/>
              <a:defRPr sz="3200"/>
            </a:lvl8pPr>
            <a:lvl9pPr marL="731520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5946596" y="9544323"/>
            <a:ext cx="6588516" cy="2038074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109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667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1" y="1219199"/>
            <a:ext cx="5085314" cy="10363202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7589" y="1219199"/>
            <a:ext cx="15317410" cy="103632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566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Author and Date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Presentation Subtitle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100700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7591" y="1219201"/>
            <a:ext cx="20707522" cy="2652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7590" y="4192128"/>
            <a:ext cx="20707524" cy="7390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357472" y="1176655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7589" y="11766551"/>
            <a:ext cx="1334573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028023" y="11766551"/>
            <a:ext cx="150709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7290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txStyles>
    <p:titleStyle>
      <a:lvl1pPr algn="ctr" defTabSz="1828800" rtl="0" eaLnBrk="1" latinLnBrk="0" hangingPunct="1">
        <a:lnSpc>
          <a:spcPct val="90000"/>
        </a:lnSpc>
        <a:spcBef>
          <a:spcPct val="0"/>
        </a:spcBef>
        <a:buNone/>
        <a:defRPr sz="68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120000"/>
        </a:lnSpc>
        <a:spcBef>
          <a:spcPts val="2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upervisor…"/>
          <p:cNvSpPr txBox="1">
            <a:spLocks noGrp="1"/>
          </p:cNvSpPr>
          <p:nvPr>
            <p:ph type="body" sz="quarter" idx="1"/>
          </p:nvPr>
        </p:nvSpPr>
        <p:spPr>
          <a:xfrm>
            <a:off x="14643432" y="8192060"/>
            <a:ext cx="8534071" cy="3133221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ESHWAR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</p:txBody>
      </p:sp>
      <p:sp>
        <p:nvSpPr>
          <p:cNvPr id="176" name="Project Title"/>
          <p:cNvSpPr txBox="1">
            <a:spLocks noGrp="1"/>
          </p:cNvSpPr>
          <p:nvPr>
            <p:ph type="title"/>
          </p:nvPr>
        </p:nvSpPr>
        <p:spPr>
          <a:xfrm>
            <a:off x="1079547" y="3638892"/>
            <a:ext cx="21971006" cy="25528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pc="-300">
                <a:ln w="12700" cap="flat">
                  <a:solidFill>
                    <a:srgbClr val="000000"/>
                  </a:solidFill>
                  <a:prstDash val="solid"/>
                  <a:miter lim="400000"/>
                </a:ln>
                <a:solidFill>
                  <a:schemeClr val="accent1"/>
                </a:solidFill>
                <a:effectLst>
                  <a:outerShdw blurRad="12700" dist="25400" dir="8580000" rotWithShape="0">
                    <a:srgbClr val="000000"/>
                  </a:outerShdw>
                </a:effectLst>
              </a:defRPr>
            </a:lvl1pPr>
          </a:lstStyle>
          <a:p>
            <a:r>
              <a:rPr lang="en-US" sz="7500" b="0" dirty="0">
                <a:solidFill>
                  <a:srgbClr val="FFC000"/>
                </a:solidFill>
                <a:effectLst/>
                <a:latin typeface="Eras Bold ITC" panose="020B0907030504020204" pitchFamily="34" charset="0"/>
              </a:rPr>
              <a:t>HeartSense AI: Detect Before It Strikes</a:t>
            </a:r>
            <a:endParaRPr sz="7500" dirty="0">
              <a:solidFill>
                <a:srgbClr val="FFC000"/>
              </a:solidFill>
              <a:latin typeface="Eras Bold ITC" panose="020B0907030504020204" pitchFamily="34" charset="0"/>
            </a:endParaRP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65050" y="13080998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77" name="Student Name - 1 Register Number"/>
          <p:cNvSpPr txBox="1"/>
          <p:nvPr/>
        </p:nvSpPr>
        <p:spPr>
          <a:xfrm>
            <a:off x="2020532" y="6901168"/>
            <a:ext cx="8534071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4500" b="1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SAMUEL K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sz="4500" b="1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(192424063)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Student Name - 2 Register Number"/>
          <p:cNvSpPr txBox="1"/>
          <p:nvPr/>
        </p:nvSpPr>
        <p:spPr>
          <a:xfrm>
            <a:off x="2020533" y="8806170"/>
            <a:ext cx="8534071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4500" b="1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THULASI KRISHNA K</a:t>
            </a:r>
            <a:b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(192421097)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SIMATS ENGINEERING Saveetha Institute of Medical and Technical Sciences Chennai-602105."/>
          <p:cNvSpPr txBox="1"/>
          <p:nvPr/>
        </p:nvSpPr>
        <p:spPr>
          <a:xfrm>
            <a:off x="1206497" y="1280071"/>
            <a:ext cx="21971006" cy="2552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 algn="ctr" defTabSz="1267935">
              <a:lnSpc>
                <a:spcPct val="80000"/>
              </a:lnSpc>
              <a:spcBef>
                <a:spcPts val="0"/>
              </a:spcBef>
              <a:defRPr sz="6000" b="1" spc="-200">
                <a:ln w="12700" cap="flat">
                  <a:solidFill>
                    <a:srgbClr val="000000"/>
                  </a:solidFill>
                  <a:prstDash val="solid"/>
                  <a:miter lim="400000"/>
                </a:ln>
                <a:solidFill>
                  <a:srgbClr val="EE230C"/>
                </a:solidFill>
                <a:effectLst>
                  <a:outerShdw blurRad="12700" dist="13208" dir="5040000" rotWithShape="0">
                    <a:srgbClr val="000000"/>
                  </a:outerShdw>
                </a:effectLst>
              </a:defRPr>
            </a:pPr>
            <a:r>
              <a:rPr dirty="0">
                <a:solidFill>
                  <a:srgbClr val="F67E7E"/>
                </a:solidFill>
                <a:latin typeface="Algerian" panose="04020705040A02060702" pitchFamily="82" charset="0"/>
              </a:rPr>
              <a:t>SIMTS ENGINEERING</a:t>
            </a:r>
            <a:br>
              <a:rPr dirty="0">
                <a:solidFill>
                  <a:srgbClr val="F67E7E"/>
                </a:solidFill>
                <a:latin typeface="Algerian" panose="04020705040A02060702" pitchFamily="82" charset="0"/>
              </a:rPr>
            </a:br>
            <a:r>
              <a:rPr dirty="0">
                <a:solidFill>
                  <a:srgbClr val="F67E7E"/>
                </a:solidFill>
                <a:latin typeface="Algerian" panose="04020705040A02060702" pitchFamily="82" charset="0"/>
              </a:rPr>
              <a:t>Saveetha Institute of Medical and Technical Sciences</a:t>
            </a:r>
            <a:br>
              <a:rPr dirty="0">
                <a:solidFill>
                  <a:srgbClr val="F67E7E"/>
                </a:solidFill>
                <a:latin typeface="Algerian" panose="04020705040A02060702" pitchFamily="82" charset="0"/>
              </a:rPr>
            </a:br>
            <a:r>
              <a:rPr dirty="0">
                <a:solidFill>
                  <a:srgbClr val="F67E7E"/>
                </a:solidFill>
                <a:latin typeface="Algerian" panose="04020705040A02060702" pitchFamily="82" charset="0"/>
              </a:rPr>
              <a:t>Chennai-602105.</a:t>
            </a:r>
          </a:p>
        </p:txBody>
      </p:sp>
      <p:sp>
        <p:nvSpPr>
          <p:cNvPr id="2" name="Student Name - 2 Register Number">
            <a:extLst>
              <a:ext uri="{FF2B5EF4-FFF2-40B4-BE49-F238E27FC236}">
                <a16:creationId xmlns:a16="http://schemas.microsoft.com/office/drawing/2014/main" id="{DD2C455F-4B8A-FC0F-66EE-A80B0F335747}"/>
              </a:ext>
            </a:extLst>
          </p:cNvPr>
          <p:cNvSpPr txBox="1"/>
          <p:nvPr/>
        </p:nvSpPr>
        <p:spPr>
          <a:xfrm>
            <a:off x="2020534" y="10530927"/>
            <a:ext cx="8534071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4500" b="1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PRAVEEN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(192411127)</a:t>
            </a:r>
          </a:p>
        </p:txBody>
      </p:sp>
      <p:pic>
        <p:nvPicPr>
          <p:cNvPr id="1030" name="Picture 6" descr="SIMATS ENGINEERING —About US">
            <a:extLst>
              <a:ext uri="{FF2B5EF4-FFF2-40B4-BE49-F238E27FC236}">
                <a16:creationId xmlns:a16="http://schemas.microsoft.com/office/drawing/2014/main" id="{E70E5398-5B8A-38A3-1C4F-DCB47C43C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84" y="512616"/>
            <a:ext cx="1381125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IMATS: Admission 2025, Fees, Courses, Cutoff, Ranking, Placement">
            <a:extLst>
              <a:ext uri="{FF2B5EF4-FFF2-40B4-BE49-F238E27FC236}">
                <a16:creationId xmlns:a16="http://schemas.microsoft.com/office/drawing/2014/main" id="{7C0E89C7-3205-3B35-816A-C8042B22A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8842" y="512705"/>
            <a:ext cx="1419225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bstract"/>
          <p:cNvSpPr txBox="1">
            <a:spLocks noGrp="1"/>
          </p:cNvSpPr>
          <p:nvPr>
            <p:ph type="title"/>
          </p:nvPr>
        </p:nvSpPr>
        <p:spPr>
          <a:xfrm>
            <a:off x="1827591" y="291876"/>
            <a:ext cx="20707522" cy="2652642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C131C0-5E59-BEA1-5234-2085AE05AA11}"/>
              </a:ext>
            </a:extLst>
          </p:cNvPr>
          <p:cNvSpPr txBox="1"/>
          <p:nvPr/>
        </p:nvSpPr>
        <p:spPr>
          <a:xfrm>
            <a:off x="2698203" y="2861061"/>
            <a:ext cx="18966298" cy="9270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HeartSense AI aims to design a smart and efficient system for early heart disease detection using probabilistic and linear modeling techniques to ensure accurate and reliable inputs.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requires early detection to reduce risks and improve survival.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and linear models like Logistic Regression and Naïve Bayes are used for prediction.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risk classification and supports early medical decision-making.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leverages clinical and patient data such as age, blood pressure, cholesterol levels, and other key health indicators to identify risk patterns.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roblem Statement"/>
          <p:cNvSpPr txBox="1">
            <a:spLocks noGrp="1"/>
          </p:cNvSpPr>
          <p:nvPr>
            <p:ph type="title"/>
          </p:nvPr>
        </p:nvSpPr>
        <p:spPr>
          <a:xfrm>
            <a:off x="1834455" y="1219200"/>
            <a:ext cx="10528231" cy="2200656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88" name="Clearly define the problem"/>
          <p:cNvSpPr txBox="1">
            <a:spLocks noGrp="1"/>
          </p:cNvSpPr>
          <p:nvPr>
            <p:ph type="body" sz="half" idx="2"/>
          </p:nvPr>
        </p:nvSpPr>
        <p:spPr>
          <a:xfrm>
            <a:off x="1489442" y="3785616"/>
            <a:ext cx="11218258" cy="7980935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685800" indent="-685800" algn="just" defTabSz="2438337">
              <a:lnSpc>
                <a:spcPct val="150000"/>
              </a:lnSpc>
              <a:spcBef>
                <a:spcPts val="4500"/>
              </a:spcBef>
              <a:buSzPct val="123000"/>
              <a:buFont typeface="Wingdings" panose="05000000000000000000" pitchFamily="2" charset="2"/>
              <a:buChar char="q"/>
              <a:defRPr sz="4800" b="0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a leading cause of death worldwide.</a:t>
            </a:r>
          </a:p>
          <a:p>
            <a:pPr marL="685800" indent="-685800" algn="just" defTabSz="2438337">
              <a:lnSpc>
                <a:spcPct val="150000"/>
              </a:lnSpc>
              <a:spcBef>
                <a:spcPts val="4500"/>
              </a:spcBef>
              <a:buSzPct val="123000"/>
              <a:buFont typeface="Wingdings" panose="05000000000000000000" pitchFamily="2" charset="2"/>
              <a:buChar char="q"/>
              <a:defRPr sz="4800" b="0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is difficult due to lack of continuous monitoring and delayed diagnosis.</a:t>
            </a:r>
          </a:p>
          <a:p>
            <a:pPr marL="685800" indent="-685800" algn="just" defTabSz="2438337">
              <a:lnSpc>
                <a:spcPct val="150000"/>
              </a:lnSpc>
              <a:spcBef>
                <a:spcPts val="4500"/>
              </a:spcBef>
              <a:buSzPct val="123000"/>
              <a:buFont typeface="Wingdings" panose="05000000000000000000" pitchFamily="2" charset="2"/>
              <a:buChar char="q"/>
              <a:defRPr sz="4800" b="0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fail to provide quick, accurate, and accessible risk prediction due to  Difficulties in analyzing large amounts of medical data manually.</a:t>
            </a:r>
          </a:p>
          <a:p>
            <a:pPr marL="685800" indent="-685800" algn="just" defTabSz="2438337">
              <a:lnSpc>
                <a:spcPct val="150000"/>
              </a:lnSpc>
              <a:spcBef>
                <a:spcPts val="4500"/>
              </a:spcBef>
              <a:buSzPct val="123000"/>
              <a:buFont typeface="Wingdings" panose="05000000000000000000" pitchFamily="2" charset="2"/>
              <a:buChar char="q"/>
              <a:defRPr sz="4800" b="0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system that can predict heart disease at an early stage using patient data.</a:t>
            </a:r>
          </a:p>
        </p:txBody>
      </p:sp>
      <p:sp>
        <p:nvSpPr>
          <p:cNvPr id="189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AFC492C-CB15-D000-3C80-494FAB6C69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4062" y="4602352"/>
            <a:ext cx="9588308" cy="634746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Literature Review / Background"/>
          <p:cNvSpPr txBox="1">
            <a:spLocks noGrp="1"/>
          </p:cNvSpPr>
          <p:nvPr>
            <p:ph type="title"/>
          </p:nvPr>
        </p:nvSpPr>
        <p:spPr>
          <a:xfrm>
            <a:off x="1838239" y="150058"/>
            <a:ext cx="20707522" cy="2652642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145B26-6DAA-96FE-8C7B-1AEB72CB7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29113"/>
              </p:ext>
            </p:extLst>
          </p:nvPr>
        </p:nvGraphicFramePr>
        <p:xfrm>
          <a:off x="1238655" y="2802700"/>
          <a:ext cx="21906690" cy="9840530"/>
        </p:xfrm>
        <a:graphic>
          <a:graphicData uri="http://schemas.openxmlformats.org/drawingml/2006/table">
            <a:tbl>
              <a:tblPr>
                <a:tableStyleId>{EEE7283C-3CF3-47DC-8721-378D4A62B228}</a:tableStyleId>
              </a:tblPr>
              <a:tblGrid>
                <a:gridCol w="4381338">
                  <a:extLst>
                    <a:ext uri="{9D8B030D-6E8A-4147-A177-3AD203B41FA5}">
                      <a16:colId xmlns:a16="http://schemas.microsoft.com/office/drawing/2014/main" val="340090997"/>
                    </a:ext>
                  </a:extLst>
                </a:gridCol>
                <a:gridCol w="4381338">
                  <a:extLst>
                    <a:ext uri="{9D8B030D-6E8A-4147-A177-3AD203B41FA5}">
                      <a16:colId xmlns:a16="http://schemas.microsoft.com/office/drawing/2014/main" val="1836504652"/>
                    </a:ext>
                  </a:extLst>
                </a:gridCol>
                <a:gridCol w="4381338">
                  <a:extLst>
                    <a:ext uri="{9D8B030D-6E8A-4147-A177-3AD203B41FA5}">
                      <a16:colId xmlns:a16="http://schemas.microsoft.com/office/drawing/2014/main" val="3293497694"/>
                    </a:ext>
                  </a:extLst>
                </a:gridCol>
                <a:gridCol w="4381338">
                  <a:extLst>
                    <a:ext uri="{9D8B030D-6E8A-4147-A177-3AD203B41FA5}">
                      <a16:colId xmlns:a16="http://schemas.microsoft.com/office/drawing/2014/main" val="2550361488"/>
                    </a:ext>
                  </a:extLst>
                </a:gridCol>
                <a:gridCol w="4381338">
                  <a:extLst>
                    <a:ext uri="{9D8B030D-6E8A-4147-A177-3AD203B41FA5}">
                      <a16:colId xmlns:a16="http://schemas.microsoft.com/office/drawing/2014/main" val="3599029073"/>
                    </a:ext>
                  </a:extLst>
                </a:gridCol>
              </a:tblGrid>
              <a:tr h="12734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  <a:endParaRPr lang="en-IN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3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Research / Solutions</a:t>
                      </a:r>
                      <a:endParaRPr lang="en-IN" sz="3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Benchmarks / Related Work</a:t>
                      </a:r>
                      <a:endParaRPr lang="en-IN" sz="3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  <a:endParaRPr lang="en-IN" sz="3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80" marR="65980" marT="32990" marB="32990" anchor="ctr"/>
                </a:tc>
                <a:extLst>
                  <a:ext uri="{0D108BD9-81ED-4DB2-BD59-A6C34878D82A}">
                    <a16:rowId xmlns:a16="http://schemas.microsoft.com/office/drawing/2014/main" val="1512311008"/>
                  </a:ext>
                </a:extLst>
              </a:tr>
              <a:tr h="28790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it-IT" sz="3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1: Data Acquisition &amp; Preprocessing</a:t>
                      </a:r>
                      <a:endParaRPr lang="it-IT" sz="3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2018–2024</a:t>
                      </a: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of UCI/Kaggle datasets; standard preprocessing (cleaning, normalization)</a:t>
                      </a: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 datasets (UCI, Cleveland); Scikit-learn pipelines</a:t>
                      </a: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real-time data; poor handling of imbalance; limited personalization</a:t>
                      </a:r>
                    </a:p>
                  </a:txBody>
                  <a:tcPr marL="65980" marR="65980" marT="32990" marB="32990" anchor="ctr"/>
                </a:tc>
                <a:extLst>
                  <a:ext uri="{0D108BD9-81ED-4DB2-BD59-A6C34878D82A}">
                    <a16:rowId xmlns:a16="http://schemas.microsoft.com/office/drawing/2014/main" val="1771577601"/>
                  </a:ext>
                </a:extLst>
              </a:tr>
              <a:tr h="25621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2: Probabilistic and Linear Model Development</a:t>
                      </a:r>
                      <a:endParaRPr lang="en-US" sz="3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2019–2024</a:t>
                      </a: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Regression, Naïve Bayes for prediction</a:t>
                      </a: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~70–85% in research studies</a:t>
                      </a: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accuracy than advanced models; strong assumptions; limited optimization</a:t>
                      </a:r>
                    </a:p>
                  </a:txBody>
                  <a:tcPr marL="65980" marR="65980" marT="32990" marB="32990" anchor="ctr"/>
                </a:tc>
                <a:extLst>
                  <a:ext uri="{0D108BD9-81ED-4DB2-BD59-A6C34878D82A}">
                    <a16:rowId xmlns:a16="http://schemas.microsoft.com/office/drawing/2014/main" val="1962139026"/>
                  </a:ext>
                </a:extLst>
              </a:tr>
              <a:tr h="28790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3: Prediction &amp; Risk Analysis System</a:t>
                      </a:r>
                      <a:endParaRPr lang="en-IN" sz="3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2020–2024</a:t>
                      </a: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ML-based prediction systems with simple UI</a:t>
                      </a: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apps with evaluation metrics (Accuracy, F1-score)</a:t>
                      </a:r>
                    </a:p>
                  </a:txBody>
                  <a:tcPr marL="65980" marR="65980" marT="32990" marB="329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explainability; no real-time insights; limited user interaction</a:t>
                      </a:r>
                    </a:p>
                  </a:txBody>
                  <a:tcPr marL="65980" marR="65980" marT="32990" marB="32990" anchor="ctr"/>
                </a:tc>
                <a:extLst>
                  <a:ext uri="{0D108BD9-81ED-4DB2-BD59-A6C34878D82A}">
                    <a16:rowId xmlns:a16="http://schemas.microsoft.com/office/drawing/2014/main" val="14715413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Objectives"/>
          <p:cNvSpPr txBox="1">
            <a:spLocks noGrp="1"/>
          </p:cNvSpPr>
          <p:nvPr>
            <p:ph type="title"/>
          </p:nvPr>
        </p:nvSpPr>
        <p:spPr>
          <a:xfrm>
            <a:off x="2675705" y="1341119"/>
            <a:ext cx="7864474" cy="2145792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</a:p>
        </p:txBody>
      </p:sp>
      <p:sp>
        <p:nvSpPr>
          <p:cNvPr id="192" name="2 measurable objectives (Both objectives should start with “To”)"/>
          <p:cNvSpPr txBox="1">
            <a:spLocks noGrp="1"/>
          </p:cNvSpPr>
          <p:nvPr>
            <p:ph type="body" sz="half" idx="2"/>
          </p:nvPr>
        </p:nvSpPr>
        <p:spPr>
          <a:xfrm>
            <a:off x="1834455" y="3877057"/>
            <a:ext cx="10655859" cy="8619744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design, develop, and train probabilistic and linear machine learning models that achieve high accuracy in the early prediction of heart disease using clinical and patient health data.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systematically evaluate and validate the performance of the developed models using standard metrics such as accuracy, precision, recall, and F1-score, ensuring robustness, reliability, and generalization of predictions.</a:t>
            </a:r>
          </a:p>
        </p:txBody>
      </p:sp>
      <p:sp>
        <p:nvSpPr>
          <p:cNvPr id="193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3CE340E-FCC7-0D31-E850-FBCEC6B51A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7523" y="4022726"/>
            <a:ext cx="7810500" cy="774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ystem Architecture / Workflow"/>
          <p:cNvSpPr txBox="1">
            <a:spLocks noGrp="1"/>
          </p:cNvSpPr>
          <p:nvPr>
            <p:ph type="title"/>
          </p:nvPr>
        </p:nvSpPr>
        <p:spPr>
          <a:xfrm>
            <a:off x="1838239" y="-588192"/>
            <a:ext cx="20707522" cy="2652642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3518D4-4BA4-249A-6B30-DA341698E8DC}"/>
              </a:ext>
            </a:extLst>
          </p:cNvPr>
          <p:cNvCxnSpPr/>
          <p:nvPr/>
        </p:nvCxnSpPr>
        <p:spPr>
          <a:xfrm>
            <a:off x="16952976" y="6035040"/>
            <a:ext cx="0" cy="56692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4B1ECE8-1C1F-50BD-A1AE-C477403CB52E}"/>
              </a:ext>
            </a:extLst>
          </p:cNvPr>
          <p:cNvCxnSpPr/>
          <p:nvPr/>
        </p:nvCxnSpPr>
        <p:spPr>
          <a:xfrm>
            <a:off x="16952976" y="8906256"/>
            <a:ext cx="0" cy="7680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1015E10-F1CD-5695-C9B3-DE99A3419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368" y="1688592"/>
            <a:ext cx="16971264" cy="113141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Module 1: Title and Overview"/>
          <p:cNvSpPr txBox="1">
            <a:spLocks noGrp="1"/>
          </p:cNvSpPr>
          <p:nvPr>
            <p:ph type="title"/>
          </p:nvPr>
        </p:nvSpPr>
        <p:spPr>
          <a:xfrm>
            <a:off x="1827589" y="536161"/>
            <a:ext cx="20707524" cy="2651126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Acquisition &amp; Preprocessing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Brief description, input/output, role in the overall project"/>
          <p:cNvSpPr txBox="1">
            <a:spLocks noGrp="1"/>
          </p:cNvSpPr>
          <p:nvPr>
            <p:ph type="body" idx="1"/>
          </p:nvPr>
        </p:nvSpPr>
        <p:spPr>
          <a:xfrm>
            <a:off x="3499633" y="2744033"/>
            <a:ext cx="6597912" cy="1346337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defRPr sz="4800" b="0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228FB-03C9-348A-97F1-907D2A39215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45918" y="4512091"/>
            <a:ext cx="10786821" cy="9203909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3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reliable medical datasets (e.g., UCI Heart Disease dataset)</a:t>
            </a:r>
          </a:p>
          <a:p>
            <a:pPr marL="457200" indent="-457200"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3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and consolidation from multiple sources</a:t>
            </a:r>
          </a:p>
          <a:p>
            <a:pPr marL="457200" indent="-457200"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3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(handling missing, noisy, and inconsistent values)</a:t>
            </a:r>
          </a:p>
          <a:p>
            <a:pPr marL="457200" indent="-457200"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3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and extraction of relevant clinical attributes</a:t>
            </a:r>
          </a:p>
          <a:p>
            <a:pPr marL="457200" indent="-457200"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3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(normalization/standardization)</a:t>
            </a:r>
          </a:p>
          <a:p>
            <a:pPr marL="457200" indent="-457200"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3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dataset into training and testing sets</a:t>
            </a:r>
            <a:endParaRPr lang="en-IN" sz="32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AE55A1-41B2-B1ED-D445-737D9D8F9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4670906" y="2832777"/>
            <a:ext cx="6597116" cy="1346336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513E9-C133-59B9-4BC6-729BAD109BD5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12900845" y="4613249"/>
            <a:ext cx="9063043" cy="729224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Python</a:t>
            </a:r>
          </a:p>
          <a:p>
            <a:pPr marL="457200" indent="-457200"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Pandas, NumPy, Scikit-learn, Matplotlib/Seaborn</a:t>
            </a:r>
          </a:p>
          <a:p>
            <a:pPr marL="457200" indent="-457200"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;</a:t>
            </a:r>
          </a:p>
          <a:p>
            <a:pPr marL="1371600" lvl="1" indent="-457200"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(imputation, outlier detection)</a:t>
            </a:r>
          </a:p>
          <a:p>
            <a:pPr marL="1371600" lvl="1" indent="-457200"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(correlation analysis, statistical methods)</a:t>
            </a:r>
          </a:p>
          <a:p>
            <a:pPr marL="1371600" lvl="1" indent="-457200"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 (train-test split)</a:t>
            </a:r>
          </a:p>
        </p:txBody>
      </p:sp>
      <p:sp>
        <p:nvSpPr>
          <p:cNvPr id="205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Module 1: Implementation and Output / Validation"/>
          <p:cNvSpPr txBox="1">
            <a:spLocks noGrp="1"/>
          </p:cNvSpPr>
          <p:nvPr>
            <p:ph type="title"/>
          </p:nvPr>
        </p:nvSpPr>
        <p:spPr>
          <a:xfrm>
            <a:off x="1827590" y="496933"/>
            <a:ext cx="20707522" cy="2652642"/>
          </a:xfrm>
          <a:prstGeom prst="rect">
            <a:avLst/>
          </a:prstGeom>
        </p:spPr>
        <p:txBody>
          <a:bodyPr/>
          <a:lstStyle>
            <a:lvl1pPr defTabSz="2170121">
              <a:defRPr sz="7500" spc="-200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 OUTPUT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44BE2-9FAF-F68A-0CE5-E35F72771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911" y="2916111"/>
            <a:ext cx="5524506" cy="98696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E8E9B8-C530-D783-4348-B85DBB62F3A2}"/>
              </a:ext>
            </a:extLst>
          </p:cNvPr>
          <p:cNvSpPr txBox="1"/>
          <p:nvPr/>
        </p:nvSpPr>
        <p:spPr>
          <a:xfrm>
            <a:off x="1410308" y="7435423"/>
            <a:ext cx="2568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BC1BC-F629-34D7-F722-59B24B5E4232}"/>
              </a:ext>
            </a:extLst>
          </p:cNvPr>
          <p:cNvSpPr txBox="1"/>
          <p:nvPr/>
        </p:nvSpPr>
        <p:spPr>
          <a:xfrm>
            <a:off x="12181351" y="7435422"/>
            <a:ext cx="2568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8BE4A5-133C-5411-ADE5-55A9DB994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7677" y="2920339"/>
            <a:ext cx="5660346" cy="9986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Module 2: Title and Over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pc="-200"/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Probabilistic and Linear Model Development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E5A44-D6B2-2FF9-929C-7305342E40A8}"/>
              </a:ext>
            </a:extLst>
          </p:cNvPr>
          <p:cNvSpPr txBox="1"/>
          <p:nvPr/>
        </p:nvSpPr>
        <p:spPr>
          <a:xfrm>
            <a:off x="2144268" y="3754623"/>
            <a:ext cx="9889236" cy="913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DESCRIPTION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predictive models using linear and probabilistic techniques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Logistic Regression for linear classification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Naïve Bayes for probabilistic prediction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models using structured and preprocessed dataset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model validation and performance evaluation and Optimize models using tuning and cross-validation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E4F72B-CE3A-B80E-ABE7-B950EA1AC506}"/>
              </a:ext>
            </a:extLst>
          </p:cNvPr>
          <p:cNvSpPr txBox="1"/>
          <p:nvPr/>
        </p:nvSpPr>
        <p:spPr>
          <a:xfrm>
            <a:off x="12350181" y="4018147"/>
            <a:ext cx="10184932" cy="8435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HOW IT USES MODULE 1’S OUTPUT: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cleaned and preprocessed dataset as input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selected and relevant features for training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normalized/scaled data for improved performance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Incorporates encoded categorical variables (if any)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dataset into training and testing subsets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balanced dataset (if preprocessing handled imbalance)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Module 2: Technical Details/ Algorithm"/>
          <p:cNvSpPr txBox="1">
            <a:spLocks noGrp="1"/>
          </p:cNvSpPr>
          <p:nvPr>
            <p:ph type="title"/>
          </p:nvPr>
        </p:nvSpPr>
        <p:spPr>
          <a:xfrm>
            <a:off x="1838239" y="635542"/>
            <a:ext cx="20707522" cy="2652642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1BC275-BE10-E28C-259C-CAED76140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04" y="3288184"/>
            <a:ext cx="11102722" cy="64270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21617C-40A2-4B44-B465-A37DF5992C2F}"/>
              </a:ext>
            </a:extLst>
          </p:cNvPr>
          <p:cNvSpPr txBox="1"/>
          <p:nvPr/>
        </p:nvSpPr>
        <p:spPr>
          <a:xfrm>
            <a:off x="5084214" y="10012317"/>
            <a:ext cx="2568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675D5-32CD-884F-8BB7-388B0BA12F95}"/>
              </a:ext>
            </a:extLst>
          </p:cNvPr>
          <p:cNvSpPr txBox="1"/>
          <p:nvPr/>
        </p:nvSpPr>
        <p:spPr>
          <a:xfrm>
            <a:off x="16797270" y="4925686"/>
            <a:ext cx="2568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3D013E-4C67-EBCE-EE91-932B5880F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4376" y="6055167"/>
            <a:ext cx="11106642" cy="64270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614D-CF6E-B87C-5166-56D7CE8F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Prediction &amp; Risk Analysis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ED7D4E-6399-DFBE-6264-0367B4394B73}"/>
              </a:ext>
            </a:extLst>
          </p:cNvPr>
          <p:cNvSpPr txBox="1"/>
          <p:nvPr/>
        </p:nvSpPr>
        <p:spPr>
          <a:xfrm>
            <a:off x="1426722" y="3636863"/>
            <a:ext cx="10148370" cy="8615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 system to predict heart disease risk using trained models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patient clinical inputs (age, BP, cholesterol, etc.)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the selected model to generate predictions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risk classification (Low / High) with probability scores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B2E0FC-E700-6FA0-2FF1-12364612F093}"/>
              </a:ext>
            </a:extLst>
          </p:cNvPr>
          <p:cNvSpPr txBox="1"/>
          <p:nvPr/>
        </p:nvSpPr>
        <p:spPr>
          <a:xfrm>
            <a:off x="12192000" y="3870327"/>
            <a:ext cx="10775928" cy="8510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USES MODULE 2’S OUTPUT: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trained probabilistic and linear models from Module 2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the best-performing model for real-time prediction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evaluation insights (accuracy, F1-score) to ensure reliability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model outputs into the prediction pipeline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562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Module 2: Final Output / Validation"/>
          <p:cNvSpPr txBox="1">
            <a:spLocks noGrp="1"/>
          </p:cNvSpPr>
          <p:nvPr>
            <p:ph type="title"/>
          </p:nvPr>
        </p:nvSpPr>
        <p:spPr>
          <a:xfrm>
            <a:off x="1838239" y="-544025"/>
            <a:ext cx="20707522" cy="2652642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Final Output </a:t>
            </a:r>
          </a:p>
        </p:txBody>
      </p:sp>
      <p:sp>
        <p:nvSpPr>
          <p:cNvPr id="225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17FA58-DB56-F22A-3B44-0A490D507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969" y="2108617"/>
            <a:ext cx="12730061" cy="5025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31890E-3F9F-085E-9097-845965BF9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528" y="7880968"/>
            <a:ext cx="17052942" cy="461583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F17888-5845-6C1F-1C9D-A5C5837875AB}"/>
              </a:ext>
            </a:extLst>
          </p:cNvPr>
          <p:cNvSpPr txBox="1"/>
          <p:nvPr/>
        </p:nvSpPr>
        <p:spPr>
          <a:xfrm>
            <a:off x="1165621" y="9773385"/>
            <a:ext cx="2568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4CC05F-4077-3B7C-6428-EF7D57F371DA}"/>
              </a:ext>
            </a:extLst>
          </p:cNvPr>
          <p:cNvSpPr txBox="1"/>
          <p:nvPr/>
        </p:nvSpPr>
        <p:spPr>
          <a:xfrm>
            <a:off x="2999252" y="4205630"/>
            <a:ext cx="2568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Implementation"/>
          <p:cNvSpPr txBox="1">
            <a:spLocks noGrp="1"/>
          </p:cNvSpPr>
          <p:nvPr>
            <p:ph type="title"/>
          </p:nvPr>
        </p:nvSpPr>
        <p:spPr>
          <a:xfrm>
            <a:off x="1838239" y="-464081"/>
            <a:ext cx="20707522" cy="2652642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790FE-B84A-9D8B-6713-89489F16D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83" y="1668089"/>
            <a:ext cx="8161795" cy="11128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35FC9-CD5F-26FC-7C15-5BB7DD9E3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0034" y="2035181"/>
            <a:ext cx="13177547" cy="103945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921635-2606-74E5-8624-18B8CDB73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52" y="2374809"/>
            <a:ext cx="22712696" cy="896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80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4" name="Testing &amp; Evaluation">
            <a:extLst>
              <a:ext uri="{FF2B5EF4-FFF2-40B4-BE49-F238E27FC236}">
                <a16:creationId xmlns:a16="http://schemas.microsoft.com/office/drawing/2014/main" id="{5E4FCD67-2C56-F052-91CB-51897A5A3925}"/>
              </a:ext>
            </a:extLst>
          </p:cNvPr>
          <p:cNvSpPr txBox="1">
            <a:spLocks/>
          </p:cNvSpPr>
          <p:nvPr/>
        </p:nvSpPr>
        <p:spPr>
          <a:xfrm>
            <a:off x="1857694" y="531253"/>
            <a:ext cx="20707522" cy="2652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800" b="1" i="0" kern="1200" cap="all" spc="-200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Evaluation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4585D5E-B873-2FC9-9593-D79450D14C18}"/>
              </a:ext>
            </a:extLst>
          </p:cNvPr>
          <p:cNvSpPr txBox="1">
            <a:spLocks/>
          </p:cNvSpPr>
          <p:nvPr/>
        </p:nvSpPr>
        <p:spPr>
          <a:xfrm>
            <a:off x="21047479" y="11883283"/>
            <a:ext cx="1507090" cy="730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IN" smtClean="0"/>
              <a:pPr/>
              <a:t>15</a:t>
            </a:fld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3306AE-E37D-AEA8-EFFC-55401C865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70037"/>
              </p:ext>
            </p:extLst>
          </p:nvPr>
        </p:nvGraphicFramePr>
        <p:xfrm>
          <a:off x="1528582" y="2581741"/>
          <a:ext cx="21798348" cy="10117252"/>
        </p:xfrm>
        <a:graphic>
          <a:graphicData uri="http://schemas.openxmlformats.org/drawingml/2006/table">
            <a:tbl>
              <a:tblPr>
                <a:tableStyleId>{C7B018BB-80A7-4F77-B60F-C8B233D01FF8}</a:tableStyleId>
              </a:tblPr>
              <a:tblGrid>
                <a:gridCol w="5449587">
                  <a:extLst>
                    <a:ext uri="{9D8B030D-6E8A-4147-A177-3AD203B41FA5}">
                      <a16:colId xmlns:a16="http://schemas.microsoft.com/office/drawing/2014/main" val="121156333"/>
                    </a:ext>
                  </a:extLst>
                </a:gridCol>
                <a:gridCol w="5449587">
                  <a:extLst>
                    <a:ext uri="{9D8B030D-6E8A-4147-A177-3AD203B41FA5}">
                      <a16:colId xmlns:a16="http://schemas.microsoft.com/office/drawing/2014/main" val="1495669270"/>
                    </a:ext>
                  </a:extLst>
                </a:gridCol>
                <a:gridCol w="5449587">
                  <a:extLst>
                    <a:ext uri="{9D8B030D-6E8A-4147-A177-3AD203B41FA5}">
                      <a16:colId xmlns:a16="http://schemas.microsoft.com/office/drawing/2014/main" val="2753782688"/>
                    </a:ext>
                  </a:extLst>
                </a:gridCol>
                <a:gridCol w="5449587">
                  <a:extLst>
                    <a:ext uri="{9D8B030D-6E8A-4147-A177-3AD203B41FA5}">
                      <a16:colId xmlns:a16="http://schemas.microsoft.com/office/drawing/2014/main" val="102535246"/>
                    </a:ext>
                  </a:extLst>
                </a:gridCol>
              </a:tblGrid>
              <a:tr h="11613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 CATEGORY</a:t>
                      </a:r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STANDARD</a:t>
                      </a:r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99" marR="62099" marT="31050" marB="31050" anchor="ctr"/>
                </a:tc>
                <a:extLst>
                  <a:ext uri="{0D108BD9-81ED-4DB2-BD59-A6C34878D82A}">
                    <a16:rowId xmlns:a16="http://schemas.microsoft.com/office/drawing/2014/main" val="2690254959"/>
                  </a:ext>
                </a:extLst>
              </a:tr>
              <a:tr h="5703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Accuracy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98% – 100%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 – 90%</a:t>
                      </a:r>
                    </a:p>
                  </a:txBody>
                  <a:tcPr marL="62099" marR="62099" marT="31050" marB="31050" anchor="ctr"/>
                </a:tc>
                <a:extLst>
                  <a:ext uri="{0D108BD9-81ED-4DB2-BD59-A6C34878D82A}">
                    <a16:rowId xmlns:a16="http://schemas.microsoft.com/office/drawing/2014/main" val="193959032"/>
                  </a:ext>
                </a:extLst>
              </a:tr>
              <a:tr h="11613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Precision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 Prediction Accuracy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~98%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85%</a:t>
                      </a:r>
                    </a:p>
                  </a:txBody>
                  <a:tcPr marL="62099" marR="62099" marT="31050" marB="31050" anchor="ctr"/>
                </a:tc>
                <a:extLst>
                  <a:ext uri="{0D108BD9-81ED-4DB2-BD59-A6C34878D82A}">
                    <a16:rowId xmlns:a16="http://schemas.microsoft.com/office/drawing/2014/main" val="2572896119"/>
                  </a:ext>
                </a:extLst>
              </a:tr>
              <a:tr h="11613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Recall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 (True Positive Rate)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~98%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85%</a:t>
                      </a:r>
                    </a:p>
                  </a:txBody>
                  <a:tcPr marL="62099" marR="62099" marT="31050" marB="31050" anchor="ctr"/>
                </a:tc>
                <a:extLst>
                  <a:ext uri="{0D108BD9-81ED-4DB2-BD59-A6C34878D82A}">
                    <a16:rowId xmlns:a16="http://schemas.microsoft.com/office/drawing/2014/main" val="2952562865"/>
                  </a:ext>
                </a:extLst>
              </a:tr>
              <a:tr h="11613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Performance Metric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~98%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85%</a:t>
                      </a:r>
                    </a:p>
                  </a:txBody>
                  <a:tcPr marL="62099" marR="62099" marT="31050" marB="31050" anchor="ctr"/>
                </a:tc>
                <a:extLst>
                  <a:ext uri="{0D108BD9-81ED-4DB2-BD59-A6C34878D82A}">
                    <a16:rowId xmlns:a16="http://schemas.microsoft.com/office/drawing/2014/main" val="3852715008"/>
                  </a:ext>
                </a:extLst>
              </a:tr>
              <a:tr h="10914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Response Time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Prediction Time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1 second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3 seconds</a:t>
                      </a:r>
                    </a:p>
                  </a:txBody>
                  <a:tcPr marL="62099" marR="62099" marT="31050" marB="31050" anchor="ctr"/>
                </a:tc>
                <a:extLst>
                  <a:ext uri="{0D108BD9-81ED-4DB2-BD59-A6C34878D82A}">
                    <a16:rowId xmlns:a16="http://schemas.microsoft.com/office/drawing/2014/main" val="308750991"/>
                  </a:ext>
                </a:extLst>
              </a:tr>
              <a:tr h="11284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 Speed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Processing &amp; Scaling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1 second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2 seconds</a:t>
                      </a:r>
                    </a:p>
                  </a:txBody>
                  <a:tcPr marL="62099" marR="62099" marT="31050" marB="31050" anchor="ctr"/>
                </a:tc>
                <a:extLst>
                  <a:ext uri="{0D108BD9-81ED-4DB2-BD59-A6C34878D82A}">
                    <a16:rowId xmlns:a16="http://schemas.microsoft.com/office/drawing/2014/main" val="2543494869"/>
                  </a:ext>
                </a:extLst>
              </a:tr>
              <a:tr h="12052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Rate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Error Rate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2%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5%</a:t>
                      </a:r>
                    </a:p>
                  </a:txBody>
                  <a:tcPr marL="62099" marR="62099" marT="31050" marB="31050" anchor="ctr"/>
                </a:tc>
                <a:extLst>
                  <a:ext uri="{0D108BD9-81ED-4DB2-BD59-A6C34878D82A}">
                    <a16:rowId xmlns:a16="http://schemas.microsoft.com/office/drawing/2014/main" val="1651887995"/>
                  </a:ext>
                </a:extLst>
              </a:tr>
              <a:tr h="13409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Reliability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Consistency of Predictions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2099" marR="62099" marT="31050" marB="3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Moderate–High</a:t>
                      </a:r>
                    </a:p>
                  </a:txBody>
                  <a:tcPr marL="62099" marR="62099" marT="31050" marB="31050" anchor="ctr"/>
                </a:tc>
                <a:extLst>
                  <a:ext uri="{0D108BD9-81ED-4DB2-BD59-A6C34878D82A}">
                    <a16:rowId xmlns:a16="http://schemas.microsoft.com/office/drawing/2014/main" val="5717950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onclusion &amp; Future 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39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8E24AB-C656-8E4C-FA00-A8685A58A513}"/>
              </a:ext>
            </a:extLst>
          </p:cNvPr>
          <p:cNvSpPr txBox="1"/>
          <p:nvPr/>
        </p:nvSpPr>
        <p:spPr>
          <a:xfrm>
            <a:off x="2380947" y="3494617"/>
            <a:ext cx="19622105" cy="809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intelligent system for early detection of heart disease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probabilistic and linear models for accurate risk prediction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quality through cleaning, normalization, and feature selection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reliable performance using evaluation metrics (accuracy, precision, recall, F1-score)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risk classification (low/high) for better decision-making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role of AI in proactive healthcare solutions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future enhancements like real-time monitoring and advanced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F21D-F3DB-DBC5-C7C5-8A88ED1A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457" y="1219200"/>
            <a:ext cx="8351958" cy="203606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1D524-FB0B-ACD0-2358-A35938FFD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34456" y="3633654"/>
            <a:ext cx="8351959" cy="8759952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60000"/>
              </a:lnSpc>
              <a:buFont typeface="+mj-lt"/>
              <a:buAutoNum type="arabicPeriod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advanced machine learning models</a:t>
            </a:r>
          </a:p>
          <a:p>
            <a:pPr marL="514350" indent="-514350" algn="just">
              <a:lnSpc>
                <a:spcPct val="160000"/>
              </a:lnSpc>
              <a:buFont typeface="+mj-lt"/>
              <a:buAutoNum type="arabicPeriod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real-time health data from wearable devices (smartwatches, IoT sensors)</a:t>
            </a:r>
          </a:p>
          <a:p>
            <a:pPr marL="514350" indent="-514350" algn="just">
              <a:lnSpc>
                <a:spcPct val="160000"/>
              </a:lnSpc>
              <a:buFont typeface="+mj-lt"/>
              <a:buAutoNum type="arabicPeriod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with larger and more diverse patient records for better generalization</a:t>
            </a:r>
          </a:p>
          <a:p>
            <a:pPr marL="514350" indent="-514350" algn="just">
              <a:lnSpc>
                <a:spcPct val="160000"/>
              </a:lnSpc>
              <a:buFont typeface="+mj-lt"/>
              <a:buAutoNum type="arabicPeriod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explainable AI (XAI) techniques for better interpretability in medical decisions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0AF5AC-69EA-6607-8ECC-F7B31047D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6169" y="4493190"/>
            <a:ext cx="9665614" cy="644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22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feren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44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54D024-2C76-5E1B-6BEA-430DF9E4D52A}"/>
              </a:ext>
            </a:extLst>
          </p:cNvPr>
          <p:cNvSpPr txBox="1"/>
          <p:nvPr/>
        </p:nvSpPr>
        <p:spPr>
          <a:xfrm>
            <a:off x="2340653" y="3143751"/>
            <a:ext cx="20194460" cy="9029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Detrano, R., et al. (1989). International application of a new probability algorithm for the diagnosis of coronary artery disease. American Journal of Cardiology, 64(5), 304–310.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Cleveland Clinic Foundation. Heart Disease Dataset. Available at: UCI Machine Learning Repository.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Han, J., Kamber, M., &amp; Pei, J. (2011). Data Mining: Concepts and Techniques (3rd ed.). Morgan Kaufmann.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Bishop, C. M. (2006). Pattern Recognition and Machine Learning. Springer.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Pedregosa, F., et al. (2011). Scikit-learn: Machine Learning in Python. Journal of Machine Learning Research, 12, 2825–2830.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426CD-D9A8-8F60-471A-1C9586A6E2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51326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4940</TotalTime>
  <Words>1113</Words>
  <Application>Microsoft Office PowerPoint</Application>
  <PresentationFormat>Custom</PresentationFormat>
  <Paragraphs>166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Algerian</vt:lpstr>
      <vt:lpstr>Arial</vt:lpstr>
      <vt:lpstr>Bookman Old Style</vt:lpstr>
      <vt:lpstr>Eras Bold ITC</vt:lpstr>
      <vt:lpstr>Helvetica Neue</vt:lpstr>
      <vt:lpstr>Rockwell</vt:lpstr>
      <vt:lpstr>Times New Roman</vt:lpstr>
      <vt:lpstr>Wingdings</vt:lpstr>
      <vt:lpstr>Damask</vt:lpstr>
      <vt:lpstr>HeartSense AI: Detect Before It Strikes</vt:lpstr>
      <vt:lpstr>INTRODUCTION</vt:lpstr>
      <vt:lpstr>Problem Statement</vt:lpstr>
      <vt:lpstr>Literature Review </vt:lpstr>
      <vt:lpstr> Objectives</vt:lpstr>
      <vt:lpstr>System ArchitectUre</vt:lpstr>
      <vt:lpstr>Module 1: Data Acquisition &amp; Preprocessing</vt:lpstr>
      <vt:lpstr>Module 1: SAMPLE OUTPUT</vt:lpstr>
      <vt:lpstr>Module 2: Probabilistic and Linear Model Development</vt:lpstr>
      <vt:lpstr>Module 2: OUTPUT</vt:lpstr>
      <vt:lpstr>Module 3: Prediction &amp; Risk Analysis System</vt:lpstr>
      <vt:lpstr>Module 3: Final Output </vt:lpstr>
      <vt:lpstr>Implementation</vt:lpstr>
      <vt:lpstr>PowerPoint Presentation</vt:lpstr>
      <vt:lpstr>PowerPoint Presentation</vt:lpstr>
      <vt:lpstr>Conclusion</vt:lpstr>
      <vt:lpstr>Future work 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Samuel</dc:creator>
  <cp:lastModifiedBy>skmanigroups@outlook.com</cp:lastModifiedBy>
  <cp:revision>12</cp:revision>
  <dcterms:modified xsi:type="dcterms:W3CDTF">2026-03-24T17:51:12Z</dcterms:modified>
</cp:coreProperties>
</file>